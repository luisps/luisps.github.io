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299" r:id="rId2"/>
    <p:sldId id="318" r:id="rId3"/>
    <p:sldId id="319" r:id="rId4"/>
    <p:sldId id="320" r:id="rId5"/>
    <p:sldId id="322" r:id="rId6"/>
    <p:sldId id="321" r:id="rId7"/>
    <p:sldId id="323" r:id="rId8"/>
    <p:sldId id="324" r:id="rId9"/>
    <p:sldId id="325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5" r:id="rId27"/>
    <p:sldId id="348" r:id="rId28"/>
    <p:sldId id="344" r:id="rId29"/>
    <p:sldId id="349" r:id="rId30"/>
    <p:sldId id="351" r:id="rId31"/>
    <p:sldId id="350" r:id="rId32"/>
    <p:sldId id="347" r:id="rId33"/>
    <p:sldId id="316" r:id="rId34"/>
    <p:sldId id="352" r:id="rId3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6E75"/>
    <a:srgbClr val="E97132"/>
    <a:srgbClr val="CA8600"/>
    <a:srgbClr val="B75F33"/>
    <a:srgbClr val="54595E"/>
    <a:srgbClr val="FF7200"/>
    <a:srgbClr val="9E8679"/>
    <a:srgbClr val="FFFC00"/>
    <a:srgbClr val="156082"/>
    <a:srgbClr val="3B44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88993-5E20-3C48-847D-5990565994BC}" v="3365" dt="2026-03-14T18:29:11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0"/>
    <p:restoredTop sz="94658"/>
  </p:normalViewPr>
  <p:slideViewPr>
    <p:cSldViewPr snapToGrid="0">
      <p:cViewPr varScale="1">
        <p:scale>
          <a:sx n="88" d="100"/>
          <a:sy n="88" d="100"/>
        </p:scale>
        <p:origin x="2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Paulo Peixoto Santos" userId="1bcb44e7-5d82-436c-b2eb-8036fed75eb8" providerId="ADAL" clId="{10CBD472-44B5-5CDB-B0A6-8736312077FE}"/>
    <pc:docChg chg="undo redo custSel addSld delSld modSld sldOrd modMainMaster">
      <pc:chgData name="Luís Paulo Peixoto Santos" userId="1bcb44e7-5d82-436c-b2eb-8036fed75eb8" providerId="ADAL" clId="{10CBD472-44B5-5CDB-B0A6-8736312077FE}" dt="2026-03-14T18:32:44.331" v="13865" actId="20577"/>
      <pc:docMkLst>
        <pc:docMk/>
      </pc:docMkLst>
      <pc:sldChg chg="addSp delSp modSp mod setBg">
        <pc:chgData name="Luís Paulo Peixoto Santos" userId="1bcb44e7-5d82-436c-b2eb-8036fed75eb8" providerId="ADAL" clId="{10CBD472-44B5-5CDB-B0A6-8736312077FE}" dt="2026-03-13T21:09:29.795" v="12815" actId="20577"/>
        <pc:sldMkLst>
          <pc:docMk/>
          <pc:sldMk cId="1201826845" sldId="299"/>
        </pc:sldMkLst>
        <pc:spChg chg="mod">
          <ac:chgData name="Luís Paulo Peixoto Santos" userId="1bcb44e7-5d82-436c-b2eb-8036fed75eb8" providerId="ADAL" clId="{10CBD472-44B5-5CDB-B0A6-8736312077FE}" dt="2026-03-10T12:00:13.322" v="2631" actId="207"/>
          <ac:spMkLst>
            <pc:docMk/>
            <pc:sldMk cId="1201826845" sldId="299"/>
            <ac:spMk id="3" creationId="{5E914712-50F6-6914-FBD9-415F507A57CA}"/>
          </ac:spMkLst>
        </pc:spChg>
        <pc:spChg chg="mod">
          <ac:chgData name="Luís Paulo Peixoto Santos" userId="1bcb44e7-5d82-436c-b2eb-8036fed75eb8" providerId="ADAL" clId="{10CBD472-44B5-5CDB-B0A6-8736312077FE}" dt="2026-03-10T12:03:11.307" v="2743" actId="1076"/>
          <ac:spMkLst>
            <pc:docMk/>
            <pc:sldMk cId="1201826845" sldId="299"/>
            <ac:spMk id="4" creationId="{137EA750-BBD2-C780-C585-679067C8573E}"/>
          </ac:spMkLst>
        </pc:spChg>
        <pc:spChg chg="add mod">
          <ac:chgData name="Luís Paulo Peixoto Santos" userId="1bcb44e7-5d82-436c-b2eb-8036fed75eb8" providerId="ADAL" clId="{10CBD472-44B5-5CDB-B0A6-8736312077FE}" dt="2026-03-13T21:09:29.795" v="12815" actId="20577"/>
          <ac:spMkLst>
            <pc:docMk/>
            <pc:sldMk cId="1201826845" sldId="299"/>
            <ac:spMk id="7" creationId="{AC77B63D-EB45-9EE6-9B97-6F535E8F0260}"/>
          </ac:spMkLst>
        </pc:spChg>
        <pc:picChg chg="add mod">
          <ac:chgData name="Luís Paulo Peixoto Santos" userId="1bcb44e7-5d82-436c-b2eb-8036fed75eb8" providerId="ADAL" clId="{10CBD472-44B5-5CDB-B0A6-8736312077FE}" dt="2026-03-10T11:59:42.256" v="2629" actId="14100"/>
          <ac:picMkLst>
            <pc:docMk/>
            <pc:sldMk cId="1201826845" sldId="299"/>
            <ac:picMk id="6" creationId="{8FECAA69-5D00-4893-7F37-6D8C1C38417E}"/>
          </ac:picMkLst>
        </pc:picChg>
        <pc:picChg chg="mod">
          <ac:chgData name="Luís Paulo Peixoto Santos" userId="1bcb44e7-5d82-436c-b2eb-8036fed75eb8" providerId="ADAL" clId="{10CBD472-44B5-5CDB-B0A6-8736312077FE}" dt="2026-03-10T12:03:45.819" v="2747" actId="1076"/>
          <ac:picMkLst>
            <pc:docMk/>
            <pc:sldMk cId="1201826845" sldId="299"/>
            <ac:picMk id="1026" creationId="{3F0F9678-701B-B6CE-6E47-E818255659F5}"/>
          </ac:picMkLst>
        </pc:picChg>
        <pc:picChg chg="mod">
          <ac:chgData name="Luís Paulo Peixoto Santos" userId="1bcb44e7-5d82-436c-b2eb-8036fed75eb8" providerId="ADAL" clId="{10CBD472-44B5-5CDB-B0A6-8736312077FE}" dt="2026-03-10T12:03:35.539" v="2745" actId="14100"/>
          <ac:picMkLst>
            <pc:docMk/>
            <pc:sldMk cId="1201826845" sldId="299"/>
            <ac:picMk id="1028" creationId="{3FF178A2-DBD2-876D-FF50-B7D28A3946EE}"/>
          </ac:picMkLst>
        </pc:picChg>
      </pc:sldChg>
      <pc:sldChg chg="modSp new mod modAnim">
        <pc:chgData name="Luís Paulo Peixoto Santos" userId="1bcb44e7-5d82-436c-b2eb-8036fed75eb8" providerId="ADAL" clId="{10CBD472-44B5-5CDB-B0A6-8736312077FE}" dt="2026-03-14T18:02:05.891" v="13794"/>
        <pc:sldMkLst>
          <pc:docMk/>
          <pc:sldMk cId="1695328871" sldId="316"/>
        </pc:sldMkLst>
        <pc:spChg chg="mod">
          <ac:chgData name="Luís Paulo Peixoto Santos" userId="1bcb44e7-5d82-436c-b2eb-8036fed75eb8" providerId="ADAL" clId="{10CBD472-44B5-5CDB-B0A6-8736312077FE}" dt="2026-03-08T11:49:10.743" v="2149" actId="20577"/>
          <ac:spMkLst>
            <pc:docMk/>
            <pc:sldMk cId="1695328871" sldId="316"/>
            <ac:spMk id="2" creationId="{39AAD005-4DC4-32A6-537C-F4F87FA559A0}"/>
          </ac:spMkLst>
        </pc:spChg>
        <pc:spChg chg="mod">
          <ac:chgData name="Luís Paulo Peixoto Santos" userId="1bcb44e7-5d82-436c-b2eb-8036fed75eb8" providerId="ADAL" clId="{10CBD472-44B5-5CDB-B0A6-8736312077FE}" dt="2026-03-14T17:58:47.434" v="13787" actId="20577"/>
          <ac:spMkLst>
            <pc:docMk/>
            <pc:sldMk cId="1695328871" sldId="316"/>
            <ac:spMk id="3" creationId="{501AAAF5-298B-59F0-2330-74974DFEB3EC}"/>
          </ac:spMkLst>
        </pc:spChg>
        <pc:spChg chg="mod">
          <ac:chgData name="Luís Paulo Peixoto Santos" userId="1bcb44e7-5d82-436c-b2eb-8036fed75eb8" providerId="ADAL" clId="{10CBD472-44B5-5CDB-B0A6-8736312077FE}" dt="2026-03-10T12:10:15.388" v="2766" actId="14100"/>
          <ac:spMkLst>
            <pc:docMk/>
            <pc:sldMk cId="1695328871" sldId="316"/>
            <ac:spMk id="4" creationId="{0610B231-AB21-6F5B-B797-2125F2EAEFA5}"/>
          </ac:spMkLst>
        </pc:spChg>
      </pc:sldChg>
      <pc:sldChg chg="modSp new del mod ord">
        <pc:chgData name="Luís Paulo Peixoto Santos" userId="1bcb44e7-5d82-436c-b2eb-8036fed75eb8" providerId="ADAL" clId="{10CBD472-44B5-5CDB-B0A6-8736312077FE}" dt="2026-03-14T17:42:08.890" v="13607" actId="2696"/>
        <pc:sldMkLst>
          <pc:docMk/>
          <pc:sldMk cId="2188431422" sldId="317"/>
        </pc:sldMkLst>
        <pc:spChg chg="mod">
          <ac:chgData name="Luís Paulo Peixoto Santos" userId="1bcb44e7-5d82-436c-b2eb-8036fed75eb8" providerId="ADAL" clId="{10CBD472-44B5-5CDB-B0A6-8736312077FE}" dt="2026-03-13T21:36:53.829" v="12862" actId="20577"/>
          <ac:spMkLst>
            <pc:docMk/>
            <pc:sldMk cId="2188431422" sldId="317"/>
            <ac:spMk id="3" creationId="{DF08AADF-4535-4FC1-BA04-591850B7C48B}"/>
          </ac:spMkLst>
        </pc:spChg>
      </pc:sldChg>
      <pc:sldChg chg="addSp delSp modSp new mod modAnim">
        <pc:chgData name="Luís Paulo Peixoto Santos" userId="1bcb44e7-5d82-436c-b2eb-8036fed75eb8" providerId="ADAL" clId="{10CBD472-44B5-5CDB-B0A6-8736312077FE}" dt="2026-03-10T13:42:16.544" v="3702"/>
        <pc:sldMkLst>
          <pc:docMk/>
          <pc:sldMk cId="3857951086" sldId="318"/>
        </pc:sldMkLst>
        <pc:spChg chg="mod">
          <ac:chgData name="Luís Paulo Peixoto Santos" userId="1bcb44e7-5d82-436c-b2eb-8036fed75eb8" providerId="ADAL" clId="{10CBD472-44B5-5CDB-B0A6-8736312077FE}" dt="2026-03-10T13:11:53.612" v="3104" actId="20577"/>
          <ac:spMkLst>
            <pc:docMk/>
            <pc:sldMk cId="3857951086" sldId="318"/>
            <ac:spMk id="2" creationId="{90DAD480-802C-8233-101D-7A899A4D6490}"/>
          </ac:spMkLst>
        </pc:spChg>
        <pc:spChg chg="add mod">
          <ac:chgData name="Luís Paulo Peixoto Santos" userId="1bcb44e7-5d82-436c-b2eb-8036fed75eb8" providerId="ADAL" clId="{10CBD472-44B5-5CDB-B0A6-8736312077FE}" dt="2026-03-10T13:14:53.908" v="3181" actId="207"/>
          <ac:spMkLst>
            <pc:docMk/>
            <pc:sldMk cId="3857951086" sldId="318"/>
            <ac:spMk id="6" creationId="{3EEF3426-2B0D-0D3B-51F7-511B1AA35807}"/>
          </ac:spMkLst>
        </pc:spChg>
        <pc:spChg chg="add mod">
          <ac:chgData name="Luís Paulo Peixoto Santos" userId="1bcb44e7-5d82-436c-b2eb-8036fed75eb8" providerId="ADAL" clId="{10CBD472-44B5-5CDB-B0A6-8736312077FE}" dt="2026-03-10T13:15:05.273" v="3182" actId="207"/>
          <ac:spMkLst>
            <pc:docMk/>
            <pc:sldMk cId="3857951086" sldId="318"/>
            <ac:spMk id="7" creationId="{B21DDF9E-3A8C-CA68-C3B2-F6A145C6E057}"/>
          </ac:spMkLst>
        </pc:spChg>
        <pc:spChg chg="add mod">
          <ac:chgData name="Luís Paulo Peixoto Santos" userId="1bcb44e7-5d82-436c-b2eb-8036fed75eb8" providerId="ADAL" clId="{10CBD472-44B5-5CDB-B0A6-8736312077FE}" dt="2026-03-10T13:40:45.915" v="3681" actId="1076"/>
          <ac:spMkLst>
            <pc:docMk/>
            <pc:sldMk cId="3857951086" sldId="318"/>
            <ac:spMk id="8" creationId="{5A0E637C-1463-A882-1F9A-9A2BD6F8825E}"/>
          </ac:spMkLst>
        </pc:spChg>
        <pc:spChg chg="add mod">
          <ac:chgData name="Luís Paulo Peixoto Santos" userId="1bcb44e7-5d82-436c-b2eb-8036fed75eb8" providerId="ADAL" clId="{10CBD472-44B5-5CDB-B0A6-8736312077FE}" dt="2026-03-10T13:19:50.822" v="3244" actId="1076"/>
          <ac:spMkLst>
            <pc:docMk/>
            <pc:sldMk cId="3857951086" sldId="318"/>
            <ac:spMk id="22" creationId="{B71B222C-DA70-2AC2-666A-B657B87DF9B3}"/>
          </ac:spMkLst>
        </pc:spChg>
        <pc:spChg chg="add mod">
          <ac:chgData name="Luís Paulo Peixoto Santos" userId="1bcb44e7-5d82-436c-b2eb-8036fed75eb8" providerId="ADAL" clId="{10CBD472-44B5-5CDB-B0A6-8736312077FE}" dt="2026-03-10T13:20:21.468" v="3251" actId="1037"/>
          <ac:spMkLst>
            <pc:docMk/>
            <pc:sldMk cId="3857951086" sldId="318"/>
            <ac:spMk id="23" creationId="{2436804B-7D26-FE46-91B3-19B42493EB53}"/>
          </ac:spMkLst>
        </pc:spChg>
        <pc:spChg chg="add mod">
          <ac:chgData name="Luís Paulo Peixoto Santos" userId="1bcb44e7-5d82-436c-b2eb-8036fed75eb8" providerId="ADAL" clId="{10CBD472-44B5-5CDB-B0A6-8736312077FE}" dt="2026-03-10T13:40:51.220" v="3682" actId="1076"/>
          <ac:spMkLst>
            <pc:docMk/>
            <pc:sldMk cId="3857951086" sldId="318"/>
            <ac:spMk id="24" creationId="{112A4F03-91AD-1853-30B6-CD3960CF067C}"/>
          </ac:spMkLst>
        </pc:spChg>
        <pc:picChg chg="add mod">
          <ac:chgData name="Luís Paulo Peixoto Santos" userId="1bcb44e7-5d82-436c-b2eb-8036fed75eb8" providerId="ADAL" clId="{10CBD472-44B5-5CDB-B0A6-8736312077FE}" dt="2026-03-10T13:29:02.385" v="3493" actId="14861"/>
          <ac:picMkLst>
            <pc:docMk/>
            <pc:sldMk cId="3857951086" sldId="318"/>
            <ac:picMk id="26" creationId="{9227FA1D-4EC0-78E0-94C3-297BDBBB3E4D}"/>
          </ac:picMkLst>
        </pc:picChg>
        <pc:picChg chg="add mod">
          <ac:chgData name="Luís Paulo Peixoto Santos" userId="1bcb44e7-5d82-436c-b2eb-8036fed75eb8" providerId="ADAL" clId="{10CBD472-44B5-5CDB-B0A6-8736312077FE}" dt="2026-03-10T13:36:54.318" v="3638" actId="14861"/>
          <ac:picMkLst>
            <pc:docMk/>
            <pc:sldMk cId="3857951086" sldId="318"/>
            <ac:picMk id="28" creationId="{8A9A5E7D-1954-04DA-91E1-2AA4D965C3F5}"/>
          </ac:picMkLst>
        </pc:picChg>
        <pc:picChg chg="add mod">
          <ac:chgData name="Luís Paulo Peixoto Santos" userId="1bcb44e7-5d82-436c-b2eb-8036fed75eb8" providerId="ADAL" clId="{10CBD472-44B5-5CDB-B0A6-8736312077FE}" dt="2026-03-10T13:41:11.379" v="3700" actId="14861"/>
          <ac:picMkLst>
            <pc:docMk/>
            <pc:sldMk cId="3857951086" sldId="318"/>
            <ac:picMk id="29" creationId="{06A8FAE2-DEFE-56D7-5E79-E638C23D4BDF}"/>
          </ac:picMkLst>
        </pc:picChg>
        <pc:cxnChg chg="add mod">
          <ac:chgData name="Luís Paulo Peixoto Santos" userId="1bcb44e7-5d82-436c-b2eb-8036fed75eb8" providerId="ADAL" clId="{10CBD472-44B5-5CDB-B0A6-8736312077FE}" dt="2026-03-10T13:15:41.596" v="3186" actId="1582"/>
          <ac:cxnSpMkLst>
            <pc:docMk/>
            <pc:sldMk cId="3857951086" sldId="318"/>
            <ac:cxnSpMk id="10" creationId="{F516057F-32FA-6D47-BDC4-BE48398CC940}"/>
          </ac:cxnSpMkLst>
        </pc:cxnChg>
        <pc:cxnChg chg="add mod">
          <ac:chgData name="Luís Paulo Peixoto Santos" userId="1bcb44e7-5d82-436c-b2eb-8036fed75eb8" providerId="ADAL" clId="{10CBD472-44B5-5CDB-B0A6-8736312077FE}" dt="2026-03-10T13:40:45.915" v="3681" actId="1076"/>
          <ac:cxnSpMkLst>
            <pc:docMk/>
            <pc:sldMk cId="3857951086" sldId="318"/>
            <ac:cxnSpMk id="12" creationId="{F107426A-D7A8-AAF7-E12D-035090CB7D97}"/>
          </ac:cxnSpMkLst>
        </pc:cxnChg>
        <pc:cxnChg chg="add mod">
          <ac:chgData name="Luís Paulo Peixoto Santos" userId="1bcb44e7-5d82-436c-b2eb-8036fed75eb8" providerId="ADAL" clId="{10CBD472-44B5-5CDB-B0A6-8736312077FE}" dt="2026-03-10T13:40:45.915" v="3681" actId="1076"/>
          <ac:cxnSpMkLst>
            <pc:docMk/>
            <pc:sldMk cId="3857951086" sldId="318"/>
            <ac:cxnSpMk id="13" creationId="{9DD10F35-A695-0929-C013-DD523957A9CA}"/>
          </ac:cxnSpMkLst>
        </pc:cxnChg>
        <pc:cxnChg chg="add mod">
          <ac:chgData name="Luís Paulo Peixoto Santos" userId="1bcb44e7-5d82-436c-b2eb-8036fed75eb8" providerId="ADAL" clId="{10CBD472-44B5-5CDB-B0A6-8736312077FE}" dt="2026-03-10T13:19:00.893" v="3235" actId="14100"/>
          <ac:cxnSpMkLst>
            <pc:docMk/>
            <pc:sldMk cId="3857951086" sldId="318"/>
            <ac:cxnSpMk id="19" creationId="{7652DA05-3F78-D4FE-1144-24240B337053}"/>
          </ac:cxnSpMkLst>
        </pc:cxnChg>
      </pc:sldChg>
      <pc:sldChg chg="addSp delSp modSp new mod modAnim">
        <pc:chgData name="Luís Paulo Peixoto Santos" userId="1bcb44e7-5d82-436c-b2eb-8036fed75eb8" providerId="ADAL" clId="{10CBD472-44B5-5CDB-B0A6-8736312077FE}" dt="2026-03-14T17:48:57.248" v="13744"/>
        <pc:sldMkLst>
          <pc:docMk/>
          <pc:sldMk cId="2218862390" sldId="319"/>
        </pc:sldMkLst>
        <pc:spChg chg="mod">
          <ac:chgData name="Luís Paulo Peixoto Santos" userId="1bcb44e7-5d82-436c-b2eb-8036fed75eb8" providerId="ADAL" clId="{10CBD472-44B5-5CDB-B0A6-8736312077FE}" dt="2026-03-10T13:43:43.206" v="3716" actId="20577"/>
          <ac:spMkLst>
            <pc:docMk/>
            <pc:sldMk cId="2218862390" sldId="319"/>
            <ac:spMk id="2" creationId="{F2FD3590-2823-38EB-9849-9C6D71077DB3}"/>
          </ac:spMkLst>
        </pc:spChg>
        <pc:spChg chg="mod">
          <ac:chgData name="Luís Paulo Peixoto Santos" userId="1bcb44e7-5d82-436c-b2eb-8036fed75eb8" providerId="ADAL" clId="{10CBD472-44B5-5CDB-B0A6-8736312077FE}" dt="2026-03-10T13:51:26.349" v="3900" actId="1076"/>
          <ac:spMkLst>
            <pc:docMk/>
            <pc:sldMk cId="2218862390" sldId="319"/>
            <ac:spMk id="3" creationId="{F176C3AD-004A-0E38-1946-47E44B984BEB}"/>
          </ac:spMkLst>
        </pc:spChg>
        <pc:spChg chg="add mod">
          <ac:chgData name="Luís Paulo Peixoto Santos" userId="1bcb44e7-5d82-436c-b2eb-8036fed75eb8" providerId="ADAL" clId="{10CBD472-44B5-5CDB-B0A6-8736312077FE}" dt="2026-03-10T13:51:51.448" v="3905" actId="1076"/>
          <ac:spMkLst>
            <pc:docMk/>
            <pc:sldMk cId="2218862390" sldId="319"/>
            <ac:spMk id="6" creationId="{57B9DFFC-C91E-BB86-599A-7EE946A7561D}"/>
          </ac:spMkLst>
        </pc:spChg>
        <pc:spChg chg="add mod topLvl">
          <ac:chgData name="Luís Paulo Peixoto Santos" userId="1bcb44e7-5d82-436c-b2eb-8036fed75eb8" providerId="ADAL" clId="{10CBD472-44B5-5CDB-B0A6-8736312077FE}" dt="2026-03-14T17:48:46.579" v="13743" actId="164"/>
          <ac:spMkLst>
            <pc:docMk/>
            <pc:sldMk cId="2218862390" sldId="319"/>
            <ac:spMk id="7" creationId="{0D567D06-07E5-38A6-FCA8-CA87D12FD704}"/>
          </ac:spMkLst>
        </pc:spChg>
        <pc:spChg chg="add mod">
          <ac:chgData name="Luís Paulo Peixoto Santos" userId="1bcb44e7-5d82-436c-b2eb-8036fed75eb8" providerId="ADAL" clId="{10CBD472-44B5-5CDB-B0A6-8736312077FE}" dt="2026-03-10T13:52:01.537" v="3906" actId="1076"/>
          <ac:spMkLst>
            <pc:docMk/>
            <pc:sldMk cId="2218862390" sldId="319"/>
            <ac:spMk id="8" creationId="{BA268FD1-839F-5CDB-E363-839B36308C35}"/>
          </ac:spMkLst>
        </pc:spChg>
        <pc:spChg chg="add mod">
          <ac:chgData name="Luís Paulo Peixoto Santos" userId="1bcb44e7-5d82-436c-b2eb-8036fed75eb8" providerId="ADAL" clId="{10CBD472-44B5-5CDB-B0A6-8736312077FE}" dt="2026-03-10T13:55:27.083" v="3946" actId="1076"/>
          <ac:spMkLst>
            <pc:docMk/>
            <pc:sldMk cId="2218862390" sldId="319"/>
            <ac:spMk id="9" creationId="{55EE9FE4-7A40-6041-E5EE-5544FA9518C7}"/>
          </ac:spMkLst>
        </pc:spChg>
        <pc:spChg chg="add mod">
          <ac:chgData name="Luís Paulo Peixoto Santos" userId="1bcb44e7-5d82-436c-b2eb-8036fed75eb8" providerId="ADAL" clId="{10CBD472-44B5-5CDB-B0A6-8736312077FE}" dt="2026-03-10T13:52:25.956" v="3911" actId="1076"/>
          <ac:spMkLst>
            <pc:docMk/>
            <pc:sldMk cId="2218862390" sldId="319"/>
            <ac:spMk id="10" creationId="{84CDE735-C683-088B-5A8B-BD4C37034C3C}"/>
          </ac:spMkLst>
        </pc:spChg>
        <pc:spChg chg="add del mod">
          <ac:chgData name="Luís Paulo Peixoto Santos" userId="1bcb44e7-5d82-436c-b2eb-8036fed75eb8" providerId="ADAL" clId="{10CBD472-44B5-5CDB-B0A6-8736312077FE}" dt="2026-03-14T17:47:31.918" v="13736" actId="478"/>
          <ac:spMkLst>
            <pc:docMk/>
            <pc:sldMk cId="2218862390" sldId="319"/>
            <ac:spMk id="11" creationId="{519C5FD8-5856-4BC5-DE47-29FD452CB98A}"/>
          </ac:spMkLst>
        </pc:spChg>
        <pc:spChg chg="add mod">
          <ac:chgData name="Luís Paulo Peixoto Santos" userId="1bcb44e7-5d82-436c-b2eb-8036fed75eb8" providerId="ADAL" clId="{10CBD472-44B5-5CDB-B0A6-8736312077FE}" dt="2026-03-14T17:48:46.579" v="13743" actId="164"/>
          <ac:spMkLst>
            <pc:docMk/>
            <pc:sldMk cId="2218862390" sldId="319"/>
            <ac:spMk id="15" creationId="{7891FFDD-D02B-D838-0F3D-A71E6A15A520}"/>
          </ac:spMkLst>
        </pc:spChg>
        <pc:spChg chg="add mod">
          <ac:chgData name="Luís Paulo Peixoto Santos" userId="1bcb44e7-5d82-436c-b2eb-8036fed75eb8" providerId="ADAL" clId="{10CBD472-44B5-5CDB-B0A6-8736312077FE}" dt="2026-03-14T17:48:46.579" v="13743" actId="164"/>
          <ac:spMkLst>
            <pc:docMk/>
            <pc:sldMk cId="2218862390" sldId="319"/>
            <ac:spMk id="18" creationId="{250451A8-6BC1-1BCE-A379-0F8B6C120EA3}"/>
          </ac:spMkLst>
        </pc:spChg>
        <pc:spChg chg="add mod">
          <ac:chgData name="Luís Paulo Peixoto Santos" userId="1bcb44e7-5d82-436c-b2eb-8036fed75eb8" providerId="ADAL" clId="{10CBD472-44B5-5CDB-B0A6-8736312077FE}" dt="2026-03-14T17:46:13.261" v="13696" actId="1037"/>
          <ac:spMkLst>
            <pc:docMk/>
            <pc:sldMk cId="2218862390" sldId="319"/>
            <ac:spMk id="44" creationId="{F26A7950-3DD4-FD30-7DE7-1E3298D1ED9D}"/>
          </ac:spMkLst>
        </pc:spChg>
        <pc:grpChg chg="add del mod">
          <ac:chgData name="Luís Paulo Peixoto Santos" userId="1bcb44e7-5d82-436c-b2eb-8036fed75eb8" providerId="ADAL" clId="{10CBD472-44B5-5CDB-B0A6-8736312077FE}" dt="2026-03-14T17:48:31.090" v="13742" actId="165"/>
          <ac:grpSpMkLst>
            <pc:docMk/>
            <pc:sldMk cId="2218862390" sldId="319"/>
            <ac:grpSpMk id="12" creationId="{83A15C84-7EA7-E824-2D26-FA60F8C20192}"/>
          </ac:grpSpMkLst>
        </pc:grpChg>
        <pc:grpChg chg="add mod">
          <ac:chgData name="Luís Paulo Peixoto Santos" userId="1bcb44e7-5d82-436c-b2eb-8036fed75eb8" providerId="ADAL" clId="{10CBD472-44B5-5CDB-B0A6-8736312077FE}" dt="2026-03-14T17:48:46.579" v="13743" actId="164"/>
          <ac:grpSpMkLst>
            <pc:docMk/>
            <pc:sldMk cId="2218862390" sldId="319"/>
            <ac:grpSpMk id="25" creationId="{2C1AE682-BA07-2B43-C836-D4511869C696}"/>
          </ac:grpSpMkLst>
        </pc:grpChg>
        <pc:cxnChg chg="add mod topLvl">
          <ac:chgData name="Luís Paulo Peixoto Santos" userId="1bcb44e7-5d82-436c-b2eb-8036fed75eb8" providerId="ADAL" clId="{10CBD472-44B5-5CDB-B0A6-8736312077FE}" dt="2026-03-14T17:48:46.579" v="13743" actId="164"/>
          <ac:cxnSpMkLst>
            <pc:docMk/>
            <pc:sldMk cId="2218862390" sldId="319"/>
            <ac:cxnSpMk id="13" creationId="{8C452F1A-0C36-5818-6084-9419D60801CE}"/>
          </ac:cxnSpMkLst>
        </pc:cxnChg>
        <pc:cxnChg chg="add mod">
          <ac:chgData name="Luís Paulo Peixoto Santos" userId="1bcb44e7-5d82-436c-b2eb-8036fed75eb8" providerId="ADAL" clId="{10CBD472-44B5-5CDB-B0A6-8736312077FE}" dt="2026-03-10T13:53:39.460" v="3923" actId="1582"/>
          <ac:cxnSpMkLst>
            <pc:docMk/>
            <pc:sldMk cId="2218862390" sldId="319"/>
            <ac:cxnSpMk id="14" creationId="{0D1C5C77-7B9C-8F6B-05FC-5F4ABCFB3EE0}"/>
          </ac:cxnSpMkLst>
        </pc:cxnChg>
        <pc:cxnChg chg="add mod">
          <ac:chgData name="Luís Paulo Peixoto Santos" userId="1bcb44e7-5d82-436c-b2eb-8036fed75eb8" providerId="ADAL" clId="{10CBD472-44B5-5CDB-B0A6-8736312077FE}" dt="2026-03-14T17:48:46.579" v="13743" actId="164"/>
          <ac:cxnSpMkLst>
            <pc:docMk/>
            <pc:sldMk cId="2218862390" sldId="319"/>
            <ac:cxnSpMk id="20" creationId="{D7A31C2C-DF92-A7B6-A277-78F7347DD33B}"/>
          </ac:cxnSpMkLst>
        </pc:cxnChg>
        <pc:cxnChg chg="add mod">
          <ac:chgData name="Luís Paulo Peixoto Santos" userId="1bcb44e7-5d82-436c-b2eb-8036fed75eb8" providerId="ADAL" clId="{10CBD472-44B5-5CDB-B0A6-8736312077FE}" dt="2026-03-10T13:54:07.214" v="3926" actId="14100"/>
          <ac:cxnSpMkLst>
            <pc:docMk/>
            <pc:sldMk cId="2218862390" sldId="319"/>
            <ac:cxnSpMk id="21" creationId="{29A5890B-749E-67D4-CD3E-64C7A10F04AE}"/>
          </ac:cxnSpMkLst>
        </pc:cxnChg>
        <pc:cxnChg chg="add mod topLvl">
          <ac:chgData name="Luís Paulo Peixoto Santos" userId="1bcb44e7-5d82-436c-b2eb-8036fed75eb8" providerId="ADAL" clId="{10CBD472-44B5-5CDB-B0A6-8736312077FE}" dt="2026-03-14T17:48:46.579" v="13743" actId="164"/>
          <ac:cxnSpMkLst>
            <pc:docMk/>
            <pc:sldMk cId="2218862390" sldId="319"/>
            <ac:cxnSpMk id="24" creationId="{4812216A-8D4D-0FB9-5BA8-DDD9674A14A5}"/>
          </ac:cxnSpMkLst>
        </pc:cxnChg>
        <pc:cxnChg chg="add mod">
          <ac:chgData name="Luís Paulo Peixoto Santos" userId="1bcb44e7-5d82-436c-b2eb-8036fed75eb8" providerId="ADAL" clId="{10CBD472-44B5-5CDB-B0A6-8736312077FE}" dt="2026-03-10T13:54:41.753" v="3934" actId="14100"/>
          <ac:cxnSpMkLst>
            <pc:docMk/>
            <pc:sldMk cId="2218862390" sldId="319"/>
            <ac:cxnSpMk id="29" creationId="{464AE0F5-D44C-A88D-DA29-24A69AD1634C}"/>
          </ac:cxnSpMkLst>
        </pc:cxnChg>
        <pc:cxnChg chg="add del mod">
          <ac:chgData name="Luís Paulo Peixoto Santos" userId="1bcb44e7-5d82-436c-b2eb-8036fed75eb8" providerId="ADAL" clId="{10CBD472-44B5-5CDB-B0A6-8736312077FE}" dt="2026-03-14T17:47:44.243" v="13738" actId="21"/>
          <ac:cxnSpMkLst>
            <pc:docMk/>
            <pc:sldMk cId="2218862390" sldId="319"/>
            <ac:cxnSpMk id="32" creationId="{BB9FA329-9087-01C1-0429-7394C28156EB}"/>
          </ac:cxnSpMkLst>
        </pc:cxnChg>
        <pc:cxnChg chg="add mod">
          <ac:chgData name="Luís Paulo Peixoto Santos" userId="1bcb44e7-5d82-436c-b2eb-8036fed75eb8" providerId="ADAL" clId="{10CBD472-44B5-5CDB-B0A6-8736312077FE}" dt="2026-03-10T13:55:27.083" v="3946" actId="1076"/>
          <ac:cxnSpMkLst>
            <pc:docMk/>
            <pc:sldMk cId="2218862390" sldId="319"/>
            <ac:cxnSpMk id="36" creationId="{BF76ACE8-108E-188F-9F86-4CBD59C4C917}"/>
          </ac:cxnSpMkLst>
        </pc:cxnChg>
        <pc:cxnChg chg="add del mod">
          <ac:chgData name="Luís Paulo Peixoto Santos" userId="1bcb44e7-5d82-436c-b2eb-8036fed75eb8" providerId="ADAL" clId="{10CBD472-44B5-5CDB-B0A6-8736312077FE}" dt="2026-03-14T17:47:37.452" v="13737" actId="478"/>
          <ac:cxnSpMkLst>
            <pc:docMk/>
            <pc:sldMk cId="2218862390" sldId="319"/>
            <ac:cxnSpMk id="39" creationId="{8C980D3D-C4FB-904E-DC98-194F223FD20A}"/>
          </ac:cxnSpMkLst>
        </pc:cxnChg>
      </pc:sldChg>
      <pc:sldChg chg="addSp delSp modSp new mod modAnim">
        <pc:chgData name="Luís Paulo Peixoto Santos" userId="1bcb44e7-5d82-436c-b2eb-8036fed75eb8" providerId="ADAL" clId="{10CBD472-44B5-5CDB-B0A6-8736312077FE}" dt="2026-03-10T14:40:15.575" v="4361" actId="208"/>
        <pc:sldMkLst>
          <pc:docMk/>
          <pc:sldMk cId="314642190" sldId="320"/>
        </pc:sldMkLst>
        <pc:spChg chg="mod">
          <ac:chgData name="Luís Paulo Peixoto Santos" userId="1bcb44e7-5d82-436c-b2eb-8036fed75eb8" providerId="ADAL" clId="{10CBD472-44B5-5CDB-B0A6-8736312077FE}" dt="2026-03-10T14:08:05.803" v="4078" actId="20577"/>
          <ac:spMkLst>
            <pc:docMk/>
            <pc:sldMk cId="314642190" sldId="320"/>
            <ac:spMk id="2" creationId="{B0A99DA1-49D6-9897-40F3-8E1D3343D999}"/>
          </ac:spMkLst>
        </pc:spChg>
        <pc:spChg chg="add mod">
          <ac:chgData name="Luís Paulo Peixoto Santos" userId="1bcb44e7-5d82-436c-b2eb-8036fed75eb8" providerId="ADAL" clId="{10CBD472-44B5-5CDB-B0A6-8736312077FE}" dt="2026-03-10T14:17:20.122" v="4197" actId="1076"/>
          <ac:spMkLst>
            <pc:docMk/>
            <pc:sldMk cId="314642190" sldId="320"/>
            <ac:spMk id="8" creationId="{25E2ADDA-6E5B-6FC9-2539-F67C6DD1D2B4}"/>
          </ac:spMkLst>
        </pc:spChg>
        <pc:spChg chg="add mod">
          <ac:chgData name="Luís Paulo Peixoto Santos" userId="1bcb44e7-5d82-436c-b2eb-8036fed75eb8" providerId="ADAL" clId="{10CBD472-44B5-5CDB-B0A6-8736312077FE}" dt="2026-03-10T14:16:51.269" v="4195" actId="688"/>
          <ac:spMkLst>
            <pc:docMk/>
            <pc:sldMk cId="314642190" sldId="320"/>
            <ac:spMk id="9" creationId="{5FB07992-2113-5777-1042-8CB1D17CF3B5}"/>
          </ac:spMkLst>
        </pc:spChg>
        <pc:spChg chg="add mod">
          <ac:chgData name="Luís Paulo Peixoto Santos" userId="1bcb44e7-5d82-436c-b2eb-8036fed75eb8" providerId="ADAL" clId="{10CBD472-44B5-5CDB-B0A6-8736312077FE}" dt="2026-03-10T14:22:21.507" v="4236" actId="207"/>
          <ac:spMkLst>
            <pc:docMk/>
            <pc:sldMk cId="314642190" sldId="320"/>
            <ac:spMk id="29" creationId="{171573FB-CAB8-FE97-7FA6-0FD1AD204B7A}"/>
          </ac:spMkLst>
        </pc:spChg>
        <pc:spChg chg="add mod">
          <ac:chgData name="Luís Paulo Peixoto Santos" userId="1bcb44e7-5d82-436c-b2eb-8036fed75eb8" providerId="ADAL" clId="{10CBD472-44B5-5CDB-B0A6-8736312077FE}" dt="2026-03-10T14:22:25.691" v="4237" actId="207"/>
          <ac:spMkLst>
            <pc:docMk/>
            <pc:sldMk cId="314642190" sldId="320"/>
            <ac:spMk id="32" creationId="{227293F0-2662-157D-2DE3-908162A7E30E}"/>
          </ac:spMkLst>
        </pc:spChg>
        <pc:spChg chg="add mod">
          <ac:chgData name="Luís Paulo Peixoto Santos" userId="1bcb44e7-5d82-436c-b2eb-8036fed75eb8" providerId="ADAL" clId="{10CBD472-44B5-5CDB-B0A6-8736312077FE}" dt="2026-03-10T14:24:49.140" v="4253" actId="688"/>
          <ac:spMkLst>
            <pc:docMk/>
            <pc:sldMk cId="314642190" sldId="320"/>
            <ac:spMk id="33" creationId="{EEE603E9-7F4B-0230-15E3-1391581BC538}"/>
          </ac:spMkLst>
        </pc:spChg>
        <pc:spChg chg="add mod">
          <ac:chgData name="Luís Paulo Peixoto Santos" userId="1bcb44e7-5d82-436c-b2eb-8036fed75eb8" providerId="ADAL" clId="{10CBD472-44B5-5CDB-B0A6-8736312077FE}" dt="2026-03-10T14:28:08.767" v="4298" actId="207"/>
          <ac:spMkLst>
            <pc:docMk/>
            <pc:sldMk cId="314642190" sldId="320"/>
            <ac:spMk id="51" creationId="{4DC2B2C0-F669-3739-601F-AD5E5747C022}"/>
          </ac:spMkLst>
        </pc:spChg>
        <pc:spChg chg="add mod">
          <ac:chgData name="Luís Paulo Peixoto Santos" userId="1bcb44e7-5d82-436c-b2eb-8036fed75eb8" providerId="ADAL" clId="{10CBD472-44B5-5CDB-B0A6-8736312077FE}" dt="2026-03-10T14:34:10.233" v="4336" actId="1036"/>
          <ac:spMkLst>
            <pc:docMk/>
            <pc:sldMk cId="314642190" sldId="320"/>
            <ac:spMk id="52" creationId="{36EBE3A2-2BD1-51CD-2935-70652E1E897B}"/>
          </ac:spMkLst>
        </pc:spChg>
        <pc:picChg chg="add mod">
          <ac:chgData name="Luís Paulo Peixoto Santos" userId="1bcb44e7-5d82-436c-b2eb-8036fed75eb8" providerId="ADAL" clId="{10CBD472-44B5-5CDB-B0A6-8736312077FE}" dt="2026-03-10T14:25:40.286" v="4256" actId="1076"/>
          <ac:picMkLst>
            <pc:docMk/>
            <pc:sldMk cId="314642190" sldId="320"/>
            <ac:picMk id="7" creationId="{882A9042-CC47-2E5C-9E35-6A4635125897}"/>
          </ac:picMkLst>
        </pc:picChg>
        <pc:cxnChg chg="add mod">
          <ac:chgData name="Luís Paulo Peixoto Santos" userId="1bcb44e7-5d82-436c-b2eb-8036fed75eb8" providerId="ADAL" clId="{10CBD472-44B5-5CDB-B0A6-8736312077FE}" dt="2026-03-10T14:16:51.269" v="4195" actId="688"/>
          <ac:cxnSpMkLst>
            <pc:docMk/>
            <pc:sldMk cId="314642190" sldId="320"/>
            <ac:cxnSpMk id="11" creationId="{21DDB69B-F55B-9FDD-6C51-95D38C4E7588}"/>
          </ac:cxnSpMkLst>
        </pc:cxnChg>
        <pc:cxnChg chg="add mod">
          <ac:chgData name="Luís Paulo Peixoto Santos" userId="1bcb44e7-5d82-436c-b2eb-8036fed75eb8" providerId="ADAL" clId="{10CBD472-44B5-5CDB-B0A6-8736312077FE}" dt="2026-03-10T14:16:51.269" v="4195" actId="688"/>
          <ac:cxnSpMkLst>
            <pc:docMk/>
            <pc:sldMk cId="314642190" sldId="320"/>
            <ac:cxnSpMk id="15" creationId="{B4E24994-1F39-9A98-13FD-B53DD663D83F}"/>
          </ac:cxnSpMkLst>
        </pc:cxnChg>
        <pc:cxnChg chg="add mod">
          <ac:chgData name="Luís Paulo Peixoto Santos" userId="1bcb44e7-5d82-436c-b2eb-8036fed75eb8" providerId="ADAL" clId="{10CBD472-44B5-5CDB-B0A6-8736312077FE}" dt="2026-03-10T14:16:51.269" v="4195" actId="688"/>
          <ac:cxnSpMkLst>
            <pc:docMk/>
            <pc:sldMk cId="314642190" sldId="320"/>
            <ac:cxnSpMk id="16" creationId="{8292FFD2-AAAD-A714-E25C-74783229EDAD}"/>
          </ac:cxnSpMkLst>
        </pc:cxnChg>
        <pc:cxnChg chg="add mod">
          <ac:chgData name="Luís Paulo Peixoto Santos" userId="1bcb44e7-5d82-436c-b2eb-8036fed75eb8" providerId="ADAL" clId="{10CBD472-44B5-5CDB-B0A6-8736312077FE}" dt="2026-03-10T14:16:51.269" v="4195" actId="688"/>
          <ac:cxnSpMkLst>
            <pc:docMk/>
            <pc:sldMk cId="314642190" sldId="320"/>
            <ac:cxnSpMk id="18" creationId="{A962CF01-5B81-531C-EF11-D2F7B82622D2}"/>
          </ac:cxnSpMkLst>
        </pc:cxnChg>
        <pc:cxnChg chg="add mod">
          <ac:chgData name="Luís Paulo Peixoto Santos" userId="1bcb44e7-5d82-436c-b2eb-8036fed75eb8" providerId="ADAL" clId="{10CBD472-44B5-5CDB-B0A6-8736312077FE}" dt="2026-03-10T14:16:51.269" v="4195" actId="688"/>
          <ac:cxnSpMkLst>
            <pc:docMk/>
            <pc:sldMk cId="314642190" sldId="320"/>
            <ac:cxnSpMk id="21" creationId="{EBDA938E-6D2C-458B-A250-24E94276D404}"/>
          </ac:cxnSpMkLst>
        </pc:cxnChg>
        <pc:cxnChg chg="add mod">
          <ac:chgData name="Luís Paulo Peixoto Santos" userId="1bcb44e7-5d82-436c-b2eb-8036fed75eb8" providerId="ADAL" clId="{10CBD472-44B5-5CDB-B0A6-8736312077FE}" dt="2026-03-10T14:16:51.269" v="4195" actId="688"/>
          <ac:cxnSpMkLst>
            <pc:docMk/>
            <pc:sldMk cId="314642190" sldId="320"/>
            <ac:cxnSpMk id="22" creationId="{8C61321F-223F-D071-813D-7ECFEE09ED54}"/>
          </ac:cxnSpMkLst>
        </pc:cxnChg>
        <pc:cxnChg chg="add mod">
          <ac:chgData name="Luís Paulo Peixoto Santos" userId="1bcb44e7-5d82-436c-b2eb-8036fed75eb8" providerId="ADAL" clId="{10CBD472-44B5-5CDB-B0A6-8736312077FE}" dt="2026-03-10T14:23:22.215" v="4246" actId="14100"/>
          <ac:cxnSpMkLst>
            <pc:docMk/>
            <pc:sldMk cId="314642190" sldId="320"/>
            <ac:cxnSpMk id="31" creationId="{C56B1B3B-CE8D-3FDD-B18D-235E84C1EB05}"/>
          </ac:cxnSpMkLst>
        </pc:cxnChg>
        <pc:cxnChg chg="add mod">
          <ac:chgData name="Luís Paulo Peixoto Santos" userId="1bcb44e7-5d82-436c-b2eb-8036fed75eb8" providerId="ADAL" clId="{10CBD472-44B5-5CDB-B0A6-8736312077FE}" dt="2026-03-10T14:24:49.140" v="4253" actId="688"/>
          <ac:cxnSpMkLst>
            <pc:docMk/>
            <pc:sldMk cId="314642190" sldId="320"/>
            <ac:cxnSpMk id="34" creationId="{08585308-D7A1-A88E-BF1A-882D706A1CDD}"/>
          </ac:cxnSpMkLst>
        </pc:cxnChg>
        <pc:cxnChg chg="add mod">
          <ac:chgData name="Luís Paulo Peixoto Santos" userId="1bcb44e7-5d82-436c-b2eb-8036fed75eb8" providerId="ADAL" clId="{10CBD472-44B5-5CDB-B0A6-8736312077FE}" dt="2026-03-10T14:24:49.140" v="4253" actId="688"/>
          <ac:cxnSpMkLst>
            <pc:docMk/>
            <pc:sldMk cId="314642190" sldId="320"/>
            <ac:cxnSpMk id="43" creationId="{E76D6C19-48D6-CE94-C0A2-3A06191A8646}"/>
          </ac:cxnSpMkLst>
        </pc:cxnChg>
        <pc:cxnChg chg="add mod">
          <ac:chgData name="Luís Paulo Peixoto Santos" userId="1bcb44e7-5d82-436c-b2eb-8036fed75eb8" providerId="ADAL" clId="{10CBD472-44B5-5CDB-B0A6-8736312077FE}" dt="2026-03-10T14:40:15.575" v="4361" actId="208"/>
          <ac:cxnSpMkLst>
            <pc:docMk/>
            <pc:sldMk cId="314642190" sldId="320"/>
            <ac:cxnSpMk id="53" creationId="{AA34755B-D809-8F4C-E9DF-C84A7BAEF3E9}"/>
          </ac:cxnSpMkLst>
        </pc:cxnChg>
        <pc:cxnChg chg="add mod">
          <ac:chgData name="Luís Paulo Peixoto Santos" userId="1bcb44e7-5d82-436c-b2eb-8036fed75eb8" providerId="ADAL" clId="{10CBD472-44B5-5CDB-B0A6-8736312077FE}" dt="2026-03-10T14:40:15.575" v="4361" actId="208"/>
          <ac:cxnSpMkLst>
            <pc:docMk/>
            <pc:sldMk cId="314642190" sldId="320"/>
            <ac:cxnSpMk id="56" creationId="{3F9897F0-68F3-3E76-037D-B7B81BDE03FF}"/>
          </ac:cxnSpMkLst>
        </pc:cxnChg>
        <pc:cxnChg chg="add mod">
          <ac:chgData name="Luís Paulo Peixoto Santos" userId="1bcb44e7-5d82-436c-b2eb-8036fed75eb8" providerId="ADAL" clId="{10CBD472-44B5-5CDB-B0A6-8736312077FE}" dt="2026-03-10T14:40:15.575" v="4361" actId="208"/>
          <ac:cxnSpMkLst>
            <pc:docMk/>
            <pc:sldMk cId="314642190" sldId="320"/>
            <ac:cxnSpMk id="60" creationId="{81C7A48C-A62E-FDD6-9920-8E90E3CD1A83}"/>
          </ac:cxnSpMkLst>
        </pc:cxnChg>
        <pc:cxnChg chg="add mod">
          <ac:chgData name="Luís Paulo Peixoto Santos" userId="1bcb44e7-5d82-436c-b2eb-8036fed75eb8" providerId="ADAL" clId="{10CBD472-44B5-5CDB-B0A6-8736312077FE}" dt="2026-03-10T14:40:15.575" v="4361" actId="208"/>
          <ac:cxnSpMkLst>
            <pc:docMk/>
            <pc:sldMk cId="314642190" sldId="320"/>
            <ac:cxnSpMk id="63" creationId="{954797FE-820D-B77C-CC5E-847A494D0C66}"/>
          </ac:cxnSpMkLst>
        </pc:cxnChg>
      </pc:sldChg>
      <pc:sldChg chg="addSp delSp modSp new mod modAnim">
        <pc:chgData name="Luís Paulo Peixoto Santos" userId="1bcb44e7-5d82-436c-b2eb-8036fed75eb8" providerId="ADAL" clId="{10CBD472-44B5-5CDB-B0A6-8736312077FE}" dt="2026-03-11T20:20:09.338" v="5533" actId="962"/>
        <pc:sldMkLst>
          <pc:docMk/>
          <pc:sldMk cId="3365482568" sldId="321"/>
        </pc:sldMkLst>
        <pc:spChg chg="mod">
          <ac:chgData name="Luís Paulo Peixoto Santos" userId="1bcb44e7-5d82-436c-b2eb-8036fed75eb8" providerId="ADAL" clId="{10CBD472-44B5-5CDB-B0A6-8736312077FE}" dt="2026-03-11T10:26:29.130" v="4967" actId="20577"/>
          <ac:spMkLst>
            <pc:docMk/>
            <pc:sldMk cId="3365482568" sldId="321"/>
            <ac:spMk id="2" creationId="{4B6E811A-9AA3-358E-2272-F3886E890DAF}"/>
          </ac:spMkLst>
        </pc:spChg>
        <pc:spChg chg="add mod topLvl">
          <ac:chgData name="Luís Paulo Peixoto Santos" userId="1bcb44e7-5d82-436c-b2eb-8036fed75eb8" providerId="ADAL" clId="{10CBD472-44B5-5CDB-B0A6-8736312077FE}" dt="2026-03-11T20:20:09.338" v="5533" actId="962"/>
          <ac:spMkLst>
            <pc:docMk/>
            <pc:sldMk cId="3365482568" sldId="321"/>
            <ac:spMk id="3" creationId="{CFF2A8F0-2277-CDF5-DDDC-C3EE9877AE08}"/>
          </ac:spMkLst>
        </pc:spChg>
        <pc:spChg chg="add mod">
          <ac:chgData name="Luís Paulo Peixoto Santos" userId="1bcb44e7-5d82-436c-b2eb-8036fed75eb8" providerId="ADAL" clId="{10CBD472-44B5-5CDB-B0A6-8736312077FE}" dt="2026-03-11T19:33:01.858" v="5298" actId="1076"/>
          <ac:spMkLst>
            <pc:docMk/>
            <pc:sldMk cId="3365482568" sldId="321"/>
            <ac:spMk id="21" creationId="{180D07CE-C878-C489-E0A0-441DA9090BA4}"/>
          </ac:spMkLst>
        </pc:spChg>
        <pc:spChg chg="add mod topLvl">
          <ac:chgData name="Luís Paulo Peixoto Santos" userId="1bcb44e7-5d82-436c-b2eb-8036fed75eb8" providerId="ADAL" clId="{10CBD472-44B5-5CDB-B0A6-8736312077FE}" dt="2026-03-11T20:17:30.977" v="5399" actId="164"/>
          <ac:spMkLst>
            <pc:docMk/>
            <pc:sldMk cId="3365482568" sldId="321"/>
            <ac:spMk id="34" creationId="{2474049C-D106-325F-0520-070B8ADC401B}"/>
          </ac:spMkLst>
        </pc:spChg>
        <pc:spChg chg="add mod topLvl">
          <ac:chgData name="Luís Paulo Peixoto Santos" userId="1bcb44e7-5d82-436c-b2eb-8036fed75eb8" providerId="ADAL" clId="{10CBD472-44B5-5CDB-B0A6-8736312077FE}" dt="2026-03-11T20:17:30.977" v="5399" actId="164"/>
          <ac:spMkLst>
            <pc:docMk/>
            <pc:sldMk cId="3365482568" sldId="321"/>
            <ac:spMk id="35" creationId="{F60B89A9-EF38-316D-99A2-2C3B1349A742}"/>
          </ac:spMkLst>
        </pc:spChg>
        <pc:spChg chg="add mod topLvl">
          <ac:chgData name="Luís Paulo Peixoto Santos" userId="1bcb44e7-5d82-436c-b2eb-8036fed75eb8" providerId="ADAL" clId="{10CBD472-44B5-5CDB-B0A6-8736312077FE}" dt="2026-03-11T20:17:30.977" v="5399" actId="164"/>
          <ac:spMkLst>
            <pc:docMk/>
            <pc:sldMk cId="3365482568" sldId="321"/>
            <ac:spMk id="36" creationId="{A9FD173B-79F1-FC75-7113-E871B41CE4FB}"/>
          </ac:spMkLst>
        </pc:spChg>
        <pc:spChg chg="add mod topLvl">
          <ac:chgData name="Luís Paulo Peixoto Santos" userId="1bcb44e7-5d82-436c-b2eb-8036fed75eb8" providerId="ADAL" clId="{10CBD472-44B5-5CDB-B0A6-8736312077FE}" dt="2026-03-11T20:17:40.471" v="5400" actId="164"/>
          <ac:spMkLst>
            <pc:docMk/>
            <pc:sldMk cId="3365482568" sldId="321"/>
            <ac:spMk id="37" creationId="{818F90C9-4203-8160-91EF-851437D16C90}"/>
          </ac:spMkLst>
        </pc:spChg>
        <pc:spChg chg="add mod topLvl">
          <ac:chgData name="Luís Paulo Peixoto Santos" userId="1bcb44e7-5d82-436c-b2eb-8036fed75eb8" providerId="ADAL" clId="{10CBD472-44B5-5CDB-B0A6-8736312077FE}" dt="2026-03-11T20:17:40.471" v="5400" actId="164"/>
          <ac:spMkLst>
            <pc:docMk/>
            <pc:sldMk cId="3365482568" sldId="321"/>
            <ac:spMk id="39" creationId="{C7E916F7-2E6C-EE75-8F53-75F808FF8444}"/>
          </ac:spMkLst>
        </pc:spChg>
        <pc:spChg chg="add mod">
          <ac:chgData name="Luís Paulo Peixoto Santos" userId="1bcb44e7-5d82-436c-b2eb-8036fed75eb8" providerId="ADAL" clId="{10CBD472-44B5-5CDB-B0A6-8736312077FE}" dt="2026-03-11T19:36:47.363" v="5378" actId="2711"/>
          <ac:spMkLst>
            <pc:docMk/>
            <pc:sldMk cId="3365482568" sldId="321"/>
            <ac:spMk id="42" creationId="{21C45E9B-F563-E0CA-5187-FF6518B52BB5}"/>
          </ac:spMkLst>
        </pc:spChg>
        <pc:spChg chg="add mod">
          <ac:chgData name="Luís Paulo Peixoto Santos" userId="1bcb44e7-5d82-436c-b2eb-8036fed75eb8" providerId="ADAL" clId="{10CBD472-44B5-5CDB-B0A6-8736312077FE}" dt="2026-03-11T20:17:21.440" v="5398" actId="164"/>
          <ac:spMkLst>
            <pc:docMk/>
            <pc:sldMk cId="3365482568" sldId="321"/>
            <ac:spMk id="43" creationId="{EA4235E0-251D-AE66-AB92-1435E8F186F9}"/>
          </ac:spMkLst>
        </pc:spChg>
        <pc:spChg chg="add mod">
          <ac:chgData name="Luís Paulo Peixoto Santos" userId="1bcb44e7-5d82-436c-b2eb-8036fed75eb8" providerId="ADAL" clId="{10CBD472-44B5-5CDB-B0A6-8736312077FE}" dt="2026-03-11T20:17:21.440" v="5398" actId="164"/>
          <ac:spMkLst>
            <pc:docMk/>
            <pc:sldMk cId="3365482568" sldId="321"/>
            <ac:spMk id="44" creationId="{A25D84D4-DFE0-3064-6596-10698E51666E}"/>
          </ac:spMkLst>
        </pc:spChg>
        <pc:spChg chg="add mod">
          <ac:chgData name="Luís Paulo Peixoto Santos" userId="1bcb44e7-5d82-436c-b2eb-8036fed75eb8" providerId="ADAL" clId="{10CBD472-44B5-5CDB-B0A6-8736312077FE}" dt="2026-03-11T19:36:47.363" v="5378" actId="2711"/>
          <ac:spMkLst>
            <pc:docMk/>
            <pc:sldMk cId="3365482568" sldId="321"/>
            <ac:spMk id="45" creationId="{83426FB9-E126-14E8-9F1E-CC4DD60FAB06}"/>
          </ac:spMkLst>
        </pc:spChg>
        <pc:spChg chg="add mod">
          <ac:chgData name="Luís Paulo Peixoto Santos" userId="1bcb44e7-5d82-436c-b2eb-8036fed75eb8" providerId="ADAL" clId="{10CBD472-44B5-5CDB-B0A6-8736312077FE}" dt="2026-03-11T19:36:47.363" v="5378" actId="2711"/>
          <ac:spMkLst>
            <pc:docMk/>
            <pc:sldMk cId="3365482568" sldId="321"/>
            <ac:spMk id="46" creationId="{A86E2055-EE68-C595-844E-8C8644FDB375}"/>
          </ac:spMkLst>
        </pc:spChg>
        <pc:spChg chg="add mod">
          <ac:chgData name="Luís Paulo Peixoto Santos" userId="1bcb44e7-5d82-436c-b2eb-8036fed75eb8" providerId="ADAL" clId="{10CBD472-44B5-5CDB-B0A6-8736312077FE}" dt="2026-03-11T20:15:48.146" v="5393" actId="1076"/>
          <ac:spMkLst>
            <pc:docMk/>
            <pc:sldMk cId="3365482568" sldId="321"/>
            <ac:spMk id="48" creationId="{8DC0E345-0EEE-7A61-1186-649215EA08B0}"/>
          </ac:spMkLst>
        </pc:spChg>
        <pc:grpChg chg="add mod topLvl">
          <ac:chgData name="Luís Paulo Peixoto Santos" userId="1bcb44e7-5d82-436c-b2eb-8036fed75eb8" providerId="ADAL" clId="{10CBD472-44B5-5CDB-B0A6-8736312077FE}" dt="2026-03-11T20:17:30.977" v="5399" actId="164"/>
          <ac:grpSpMkLst>
            <pc:docMk/>
            <pc:sldMk cId="3365482568" sldId="321"/>
            <ac:grpSpMk id="28" creationId="{3CE2C5C4-B024-36FB-2BEA-1CEC6599AB09}"/>
          </ac:grpSpMkLst>
        </pc:grpChg>
        <pc:grpChg chg="add mod topLvl">
          <ac:chgData name="Luís Paulo Peixoto Santos" userId="1bcb44e7-5d82-436c-b2eb-8036fed75eb8" providerId="ADAL" clId="{10CBD472-44B5-5CDB-B0A6-8736312077FE}" dt="2026-03-11T20:17:10.058" v="5397" actId="165"/>
          <ac:grpSpMkLst>
            <pc:docMk/>
            <pc:sldMk cId="3365482568" sldId="321"/>
            <ac:grpSpMk id="29" creationId="{1E6E4022-5840-DB78-99A3-6C0E4E05E367}"/>
          </ac:grpSpMkLst>
        </pc:grpChg>
        <pc:grpChg chg="add mod">
          <ac:chgData name="Luís Paulo Peixoto Santos" userId="1bcb44e7-5d82-436c-b2eb-8036fed75eb8" providerId="ADAL" clId="{10CBD472-44B5-5CDB-B0A6-8736312077FE}" dt="2026-03-11T19:36:47.363" v="5378" actId="2711"/>
          <ac:grpSpMkLst>
            <pc:docMk/>
            <pc:sldMk cId="3365482568" sldId="321"/>
            <ac:grpSpMk id="47" creationId="{150EF1C3-D173-582C-7902-E3917B184BFD}"/>
          </ac:grpSpMkLst>
        </pc:grpChg>
        <pc:grpChg chg="add mod">
          <ac:chgData name="Luís Paulo Peixoto Santos" userId="1bcb44e7-5d82-436c-b2eb-8036fed75eb8" providerId="ADAL" clId="{10CBD472-44B5-5CDB-B0A6-8736312077FE}" dt="2026-03-11T20:17:21.440" v="5398" actId="164"/>
          <ac:grpSpMkLst>
            <pc:docMk/>
            <pc:sldMk cId="3365482568" sldId="321"/>
            <ac:grpSpMk id="49" creationId="{9AA90EA4-E7E2-EDC4-94AE-02EA5CE7197D}"/>
          </ac:grpSpMkLst>
        </pc:grpChg>
        <pc:grpChg chg="add mod">
          <ac:chgData name="Luís Paulo Peixoto Santos" userId="1bcb44e7-5d82-436c-b2eb-8036fed75eb8" providerId="ADAL" clId="{10CBD472-44B5-5CDB-B0A6-8736312077FE}" dt="2026-03-11T20:17:30.977" v="5399" actId="164"/>
          <ac:grpSpMkLst>
            <pc:docMk/>
            <pc:sldMk cId="3365482568" sldId="321"/>
            <ac:grpSpMk id="50" creationId="{A5558A36-F593-A4B0-AAFF-0FE7023F0F66}"/>
          </ac:grpSpMkLst>
        </pc:grpChg>
        <pc:grpChg chg="add mod">
          <ac:chgData name="Luís Paulo Peixoto Santos" userId="1bcb44e7-5d82-436c-b2eb-8036fed75eb8" providerId="ADAL" clId="{10CBD472-44B5-5CDB-B0A6-8736312077FE}" dt="2026-03-11T20:17:40.471" v="5400" actId="164"/>
          <ac:grpSpMkLst>
            <pc:docMk/>
            <pc:sldMk cId="3365482568" sldId="321"/>
            <ac:grpSpMk id="51" creationId="{D32BB472-8A7A-3F8B-FA4F-881044D52935}"/>
          </ac:grpSpMkLst>
        </pc:grpChg>
        <pc:cxnChg chg="add mod">
          <ac:chgData name="Luís Paulo Peixoto Santos" userId="1bcb44e7-5d82-436c-b2eb-8036fed75eb8" providerId="ADAL" clId="{10CBD472-44B5-5CDB-B0A6-8736312077FE}" dt="2026-03-11T20:17:10.058" v="5397" actId="165"/>
          <ac:cxnSpMkLst>
            <pc:docMk/>
            <pc:sldMk cId="3365482568" sldId="321"/>
            <ac:cxnSpMk id="22" creationId="{422ECC60-6E4B-90B9-9D37-F44CCB334ABC}"/>
          </ac:cxnSpMkLst>
        </pc:cxnChg>
        <pc:cxnChg chg="add mod">
          <ac:chgData name="Luís Paulo Peixoto Santos" userId="1bcb44e7-5d82-436c-b2eb-8036fed75eb8" providerId="ADAL" clId="{10CBD472-44B5-5CDB-B0A6-8736312077FE}" dt="2026-03-11T19:04:49.137" v="5041" actId="164"/>
          <ac:cxnSpMkLst>
            <pc:docMk/>
            <pc:sldMk cId="3365482568" sldId="321"/>
            <ac:cxnSpMk id="23" creationId="{69457775-8777-F13A-2EE2-BE295C727056}"/>
          </ac:cxnSpMkLst>
        </pc:cxnChg>
        <pc:cxnChg chg="add mod">
          <ac:chgData name="Luís Paulo Peixoto Santos" userId="1bcb44e7-5d82-436c-b2eb-8036fed75eb8" providerId="ADAL" clId="{10CBD472-44B5-5CDB-B0A6-8736312077FE}" dt="2026-03-11T19:04:49.137" v="5041" actId="164"/>
          <ac:cxnSpMkLst>
            <pc:docMk/>
            <pc:sldMk cId="3365482568" sldId="321"/>
            <ac:cxnSpMk id="25" creationId="{95B3B4FC-9287-D846-63BA-F069A2B4535D}"/>
          </ac:cxnSpMkLst>
        </pc:cxnChg>
        <pc:cxnChg chg="mod">
          <ac:chgData name="Luís Paulo Peixoto Santos" userId="1bcb44e7-5d82-436c-b2eb-8036fed75eb8" providerId="ADAL" clId="{10CBD472-44B5-5CDB-B0A6-8736312077FE}" dt="2026-03-11T19:04:51.364" v="5042"/>
          <ac:cxnSpMkLst>
            <pc:docMk/>
            <pc:sldMk cId="3365482568" sldId="321"/>
            <ac:cxnSpMk id="30" creationId="{F8DC40F8-F051-7028-F842-FADA304CC047}"/>
          </ac:cxnSpMkLst>
        </pc:cxnChg>
        <pc:cxnChg chg="mod">
          <ac:chgData name="Luís Paulo Peixoto Santos" userId="1bcb44e7-5d82-436c-b2eb-8036fed75eb8" providerId="ADAL" clId="{10CBD472-44B5-5CDB-B0A6-8736312077FE}" dt="2026-03-11T19:04:51.364" v="5042"/>
          <ac:cxnSpMkLst>
            <pc:docMk/>
            <pc:sldMk cId="3365482568" sldId="321"/>
            <ac:cxnSpMk id="31" creationId="{972E9C2A-44C3-1FF3-EA26-8274E71F37A1}"/>
          </ac:cxnSpMkLst>
        </pc:cxnChg>
        <pc:cxnChg chg="mod">
          <ac:chgData name="Luís Paulo Peixoto Santos" userId="1bcb44e7-5d82-436c-b2eb-8036fed75eb8" providerId="ADAL" clId="{10CBD472-44B5-5CDB-B0A6-8736312077FE}" dt="2026-03-11T19:04:51.364" v="5042"/>
          <ac:cxnSpMkLst>
            <pc:docMk/>
            <pc:sldMk cId="3365482568" sldId="321"/>
            <ac:cxnSpMk id="32" creationId="{1C3306FC-F31A-5C96-CC84-3E09D25652A0}"/>
          </ac:cxnSpMkLst>
        </pc:cxnChg>
      </pc:sldChg>
      <pc:sldChg chg="addSp delSp modSp add mod addAnim delAnim modAnim">
        <pc:chgData name="Luís Paulo Peixoto Santos" userId="1bcb44e7-5d82-436c-b2eb-8036fed75eb8" providerId="ADAL" clId="{10CBD472-44B5-5CDB-B0A6-8736312077FE}" dt="2026-03-12T13:48:26.211" v="8031"/>
        <pc:sldMkLst>
          <pc:docMk/>
          <pc:sldMk cId="1891139302" sldId="322"/>
        </pc:sldMkLst>
        <pc:spChg chg="mod">
          <ac:chgData name="Luís Paulo Peixoto Santos" userId="1bcb44e7-5d82-436c-b2eb-8036fed75eb8" providerId="ADAL" clId="{10CBD472-44B5-5CDB-B0A6-8736312077FE}" dt="2026-03-10T14:58:02.002" v="4469" actId="20577"/>
          <ac:spMkLst>
            <pc:docMk/>
            <pc:sldMk cId="1891139302" sldId="322"/>
            <ac:spMk id="2" creationId="{2E99FFFA-87B8-A603-AAED-399562D60544}"/>
          </ac:spMkLst>
        </pc:spChg>
        <pc:spChg chg="add mod">
          <ac:chgData name="Luís Paulo Peixoto Santos" userId="1bcb44e7-5d82-436c-b2eb-8036fed75eb8" providerId="ADAL" clId="{10CBD472-44B5-5CDB-B0A6-8736312077FE}" dt="2026-03-12T13:45:08.020" v="8022" actId="1076"/>
          <ac:spMkLst>
            <pc:docMk/>
            <pc:sldMk cId="1891139302" sldId="322"/>
            <ac:spMk id="3" creationId="{CB4D7EB1-FEB9-9987-6B5F-97ADD9C186FD}"/>
          </ac:spMkLst>
        </pc:spChg>
        <pc:spChg chg="mod">
          <ac:chgData name="Luís Paulo Peixoto Santos" userId="1bcb44e7-5d82-436c-b2eb-8036fed75eb8" providerId="ADAL" clId="{10CBD472-44B5-5CDB-B0A6-8736312077FE}" dt="2026-03-10T15:00:04.908" v="4513" actId="164"/>
          <ac:spMkLst>
            <pc:docMk/>
            <pc:sldMk cId="1891139302" sldId="322"/>
            <ac:spMk id="9" creationId="{0A6C0519-CB6F-12F9-6AA8-9768D0DA9D41}"/>
          </ac:spMkLst>
        </pc:spChg>
        <pc:spChg chg="add mod">
          <ac:chgData name="Luís Paulo Peixoto Santos" userId="1bcb44e7-5d82-436c-b2eb-8036fed75eb8" providerId="ADAL" clId="{10CBD472-44B5-5CDB-B0A6-8736312077FE}" dt="2026-03-10T15:28:37.092" v="4687" actId="1076"/>
          <ac:spMkLst>
            <pc:docMk/>
            <pc:sldMk cId="1891139302" sldId="322"/>
            <ac:spMk id="28" creationId="{9C93C088-B14C-9AB7-0055-D216611275FB}"/>
          </ac:spMkLst>
        </pc:spChg>
        <pc:spChg chg="mod">
          <ac:chgData name="Luís Paulo Peixoto Santos" userId="1bcb44e7-5d82-436c-b2eb-8036fed75eb8" providerId="ADAL" clId="{10CBD472-44B5-5CDB-B0A6-8736312077FE}" dt="2026-03-10T15:00:15.405" v="4515" actId="1076"/>
          <ac:spMkLst>
            <pc:docMk/>
            <pc:sldMk cId="1891139302" sldId="322"/>
            <ac:spMk id="29" creationId="{19BBA8D9-E0DF-303F-C9CB-0CEA829C8E44}"/>
          </ac:spMkLst>
        </pc:spChg>
        <pc:spChg chg="mod">
          <ac:chgData name="Luís Paulo Peixoto Santos" userId="1bcb44e7-5d82-436c-b2eb-8036fed75eb8" providerId="ADAL" clId="{10CBD472-44B5-5CDB-B0A6-8736312077FE}" dt="2026-03-10T14:59:34.628" v="4507" actId="1076"/>
          <ac:spMkLst>
            <pc:docMk/>
            <pc:sldMk cId="1891139302" sldId="322"/>
            <ac:spMk id="32" creationId="{3ECE8CEE-CB37-FC1F-F1CC-2AAF5C3BC5F0}"/>
          </ac:spMkLst>
        </pc:spChg>
        <pc:spChg chg="mod">
          <ac:chgData name="Luís Paulo Peixoto Santos" userId="1bcb44e7-5d82-436c-b2eb-8036fed75eb8" providerId="ADAL" clId="{10CBD472-44B5-5CDB-B0A6-8736312077FE}" dt="2026-03-10T14:58:48.736" v="4499" actId="1076"/>
          <ac:spMkLst>
            <pc:docMk/>
            <pc:sldMk cId="1891139302" sldId="322"/>
            <ac:spMk id="33" creationId="{75BE5139-3616-C96D-2F5D-880758C61547}"/>
          </ac:spMkLst>
        </pc:spChg>
        <pc:spChg chg="add mod">
          <ac:chgData name="Luís Paulo Peixoto Santos" userId="1bcb44e7-5d82-436c-b2eb-8036fed75eb8" providerId="ADAL" clId="{10CBD472-44B5-5CDB-B0A6-8736312077FE}" dt="2026-03-10T15:04:12.988" v="4542" actId="1076"/>
          <ac:spMkLst>
            <pc:docMk/>
            <pc:sldMk cId="1891139302" sldId="322"/>
            <ac:spMk id="35" creationId="{5B4E304E-73CB-F4A8-5013-46337B5649CD}"/>
          </ac:spMkLst>
        </pc:spChg>
        <pc:spChg chg="add mod">
          <ac:chgData name="Luís Paulo Peixoto Santos" userId="1bcb44e7-5d82-436c-b2eb-8036fed75eb8" providerId="ADAL" clId="{10CBD472-44B5-5CDB-B0A6-8736312077FE}" dt="2026-03-10T15:52:34.557" v="4767" actId="166"/>
          <ac:spMkLst>
            <pc:docMk/>
            <pc:sldMk cId="1891139302" sldId="322"/>
            <ac:spMk id="36" creationId="{B5771B9C-2DB2-3A7D-5F49-CF6A3B7B7391}"/>
          </ac:spMkLst>
        </pc:spChg>
        <pc:spChg chg="add mod">
          <ac:chgData name="Luís Paulo Peixoto Santos" userId="1bcb44e7-5d82-436c-b2eb-8036fed75eb8" providerId="ADAL" clId="{10CBD472-44B5-5CDB-B0A6-8736312077FE}" dt="2026-03-10T15:04:43.185" v="4549" actId="20577"/>
          <ac:spMkLst>
            <pc:docMk/>
            <pc:sldMk cId="1891139302" sldId="322"/>
            <ac:spMk id="37" creationId="{3EF61651-5D67-5F0A-DEC0-B86EC8AA2D2B}"/>
          </ac:spMkLst>
        </pc:spChg>
        <pc:spChg chg="add mod">
          <ac:chgData name="Luís Paulo Peixoto Santos" userId="1bcb44e7-5d82-436c-b2eb-8036fed75eb8" providerId="ADAL" clId="{10CBD472-44B5-5CDB-B0A6-8736312077FE}" dt="2026-03-12T13:45:15.619" v="8023" actId="1076"/>
          <ac:spMkLst>
            <pc:docMk/>
            <pc:sldMk cId="1891139302" sldId="322"/>
            <ac:spMk id="38" creationId="{E0050BEC-61D1-BD17-BFD8-2FFC71BC4F6F}"/>
          </ac:spMkLst>
        </pc:spChg>
        <pc:spChg chg="add mod">
          <ac:chgData name="Luís Paulo Peixoto Santos" userId="1bcb44e7-5d82-436c-b2eb-8036fed75eb8" providerId="ADAL" clId="{10CBD472-44B5-5CDB-B0A6-8736312077FE}" dt="2026-03-10T15:29:43.662" v="4699" actId="1076"/>
          <ac:spMkLst>
            <pc:docMk/>
            <pc:sldMk cId="1891139302" sldId="322"/>
            <ac:spMk id="39" creationId="{633C6667-D560-8AED-B5BE-13C270AE12F7}"/>
          </ac:spMkLst>
        </pc:spChg>
        <pc:spChg chg="add mod">
          <ac:chgData name="Luís Paulo Peixoto Santos" userId="1bcb44e7-5d82-436c-b2eb-8036fed75eb8" providerId="ADAL" clId="{10CBD472-44B5-5CDB-B0A6-8736312077FE}" dt="2026-03-10T15:29:50.700" v="4700" actId="1076"/>
          <ac:spMkLst>
            <pc:docMk/>
            <pc:sldMk cId="1891139302" sldId="322"/>
            <ac:spMk id="41" creationId="{954C8EFE-D068-80BA-3BD9-0CFCD5CE7B73}"/>
          </ac:spMkLst>
        </pc:spChg>
        <pc:spChg chg="add mod">
          <ac:chgData name="Luís Paulo Peixoto Santos" userId="1bcb44e7-5d82-436c-b2eb-8036fed75eb8" providerId="ADAL" clId="{10CBD472-44B5-5CDB-B0A6-8736312077FE}" dt="2026-03-10T15:30:19.581" v="4705" actId="1076"/>
          <ac:spMkLst>
            <pc:docMk/>
            <pc:sldMk cId="1891139302" sldId="322"/>
            <ac:spMk id="42" creationId="{1905EC64-CE5A-1D07-ABEA-99EF24B1A003}"/>
          </ac:spMkLst>
        </pc:spChg>
        <pc:spChg chg="add mod">
          <ac:chgData name="Luís Paulo Peixoto Santos" userId="1bcb44e7-5d82-436c-b2eb-8036fed75eb8" providerId="ADAL" clId="{10CBD472-44B5-5CDB-B0A6-8736312077FE}" dt="2026-03-12T13:47:01.243" v="8029" actId="14100"/>
          <ac:spMkLst>
            <pc:docMk/>
            <pc:sldMk cId="1891139302" sldId="322"/>
            <ac:spMk id="44" creationId="{D560D443-72C8-E936-7E9B-1914A9392ACE}"/>
          </ac:spMkLst>
        </pc:spChg>
        <pc:spChg chg="add mod">
          <ac:chgData name="Luís Paulo Peixoto Santos" userId="1bcb44e7-5d82-436c-b2eb-8036fed75eb8" providerId="ADAL" clId="{10CBD472-44B5-5CDB-B0A6-8736312077FE}" dt="2026-03-10T16:16:03.048" v="4921" actId="20577"/>
          <ac:spMkLst>
            <pc:docMk/>
            <pc:sldMk cId="1891139302" sldId="322"/>
            <ac:spMk id="45" creationId="{51651783-CA6A-532F-03C1-8F4C1CEDFD33}"/>
          </ac:spMkLst>
        </pc:spChg>
        <pc:spChg chg="add mod">
          <ac:chgData name="Luís Paulo Peixoto Santos" userId="1bcb44e7-5d82-436c-b2eb-8036fed75eb8" providerId="ADAL" clId="{10CBD472-44B5-5CDB-B0A6-8736312077FE}" dt="2026-03-10T15:48:14.399" v="4746" actId="167"/>
          <ac:spMkLst>
            <pc:docMk/>
            <pc:sldMk cId="1891139302" sldId="322"/>
            <ac:spMk id="46" creationId="{F9CAA06D-3441-93EB-32E1-356E3D3B0F1A}"/>
          </ac:spMkLst>
        </pc:spChg>
        <pc:spChg chg="add mod">
          <ac:chgData name="Luís Paulo Peixoto Santos" userId="1bcb44e7-5d82-436c-b2eb-8036fed75eb8" providerId="ADAL" clId="{10CBD472-44B5-5CDB-B0A6-8736312077FE}" dt="2026-03-10T15:57:05.589" v="4779" actId="1582"/>
          <ac:spMkLst>
            <pc:docMk/>
            <pc:sldMk cId="1891139302" sldId="322"/>
            <ac:spMk id="47" creationId="{B1F1BE8A-4A66-5493-0697-9729873A54F4}"/>
          </ac:spMkLst>
        </pc:spChg>
        <pc:spChg chg="add mod">
          <ac:chgData name="Luís Paulo Peixoto Santos" userId="1bcb44e7-5d82-436c-b2eb-8036fed75eb8" providerId="ADAL" clId="{10CBD472-44B5-5CDB-B0A6-8736312077FE}" dt="2026-03-10T15:57:05.589" v="4779" actId="1582"/>
          <ac:spMkLst>
            <pc:docMk/>
            <pc:sldMk cId="1891139302" sldId="322"/>
            <ac:spMk id="48" creationId="{D2A6C012-9FD5-3B08-8388-2ECA0EC3EE8A}"/>
          </ac:spMkLst>
        </pc:spChg>
        <pc:spChg chg="mod">
          <ac:chgData name="Luís Paulo Peixoto Santos" userId="1bcb44e7-5d82-436c-b2eb-8036fed75eb8" providerId="ADAL" clId="{10CBD472-44B5-5CDB-B0A6-8736312077FE}" dt="2026-03-10T15:25:53.688" v="4665" actId="1076"/>
          <ac:spMkLst>
            <pc:docMk/>
            <pc:sldMk cId="1891139302" sldId="322"/>
            <ac:spMk id="51" creationId="{7961F902-DFF5-B27E-1C1E-875C6371CAEF}"/>
          </ac:spMkLst>
        </pc:spChg>
        <pc:grpChg chg="add mod">
          <ac:chgData name="Luís Paulo Peixoto Santos" userId="1bcb44e7-5d82-436c-b2eb-8036fed75eb8" providerId="ADAL" clId="{10CBD472-44B5-5CDB-B0A6-8736312077FE}" dt="2026-03-10T15:00:10.281" v="4514" actId="1076"/>
          <ac:grpSpMkLst>
            <pc:docMk/>
            <pc:sldMk cId="1891139302" sldId="322"/>
            <ac:grpSpMk id="26" creationId="{4F8549DC-2D01-9814-FC7C-CB9CEF2235D4}"/>
          </ac:grpSpMkLst>
        </pc:grpChg>
        <pc:grpChg chg="add mod">
          <ac:chgData name="Luís Paulo Peixoto Santos" userId="1bcb44e7-5d82-436c-b2eb-8036fed75eb8" providerId="ADAL" clId="{10CBD472-44B5-5CDB-B0A6-8736312077FE}" dt="2026-03-10T15:52:25.332" v="4766" actId="164"/>
          <ac:grpSpMkLst>
            <pc:docMk/>
            <pc:sldMk cId="1891139302" sldId="322"/>
            <ac:grpSpMk id="49" creationId="{F05D77A9-F75F-E9B8-4DB9-0CCE364F3CA3}"/>
          </ac:grpSpMkLst>
        </pc:grpChg>
        <pc:picChg chg="mod">
          <ac:chgData name="Luís Paulo Peixoto Santos" userId="1bcb44e7-5d82-436c-b2eb-8036fed75eb8" providerId="ADAL" clId="{10CBD472-44B5-5CDB-B0A6-8736312077FE}" dt="2026-03-10T14:59:20.496" v="4504" actId="14100"/>
          <ac:picMkLst>
            <pc:docMk/>
            <pc:sldMk cId="1891139302" sldId="322"/>
            <ac:picMk id="7" creationId="{576EEC96-B680-F9B8-D081-8655B938BB18}"/>
          </ac:picMkLst>
        </pc:picChg>
        <pc:cxnChg chg="mod">
          <ac:chgData name="Luís Paulo Peixoto Santos" userId="1bcb44e7-5d82-436c-b2eb-8036fed75eb8" providerId="ADAL" clId="{10CBD472-44B5-5CDB-B0A6-8736312077FE}" dt="2026-03-10T15:00:04.908" v="4513" actId="164"/>
          <ac:cxnSpMkLst>
            <pc:docMk/>
            <pc:sldMk cId="1891139302" sldId="322"/>
            <ac:cxnSpMk id="11" creationId="{4C7DDDEF-D537-F913-EC85-E63FCB90242F}"/>
          </ac:cxnSpMkLst>
        </pc:cxnChg>
        <pc:cxnChg chg="mod">
          <ac:chgData name="Luís Paulo Peixoto Santos" userId="1bcb44e7-5d82-436c-b2eb-8036fed75eb8" providerId="ADAL" clId="{10CBD472-44B5-5CDB-B0A6-8736312077FE}" dt="2026-03-10T15:00:04.908" v="4513" actId="164"/>
          <ac:cxnSpMkLst>
            <pc:docMk/>
            <pc:sldMk cId="1891139302" sldId="322"/>
            <ac:cxnSpMk id="15" creationId="{C204288A-3237-72FF-B684-C3496B42389D}"/>
          </ac:cxnSpMkLst>
        </pc:cxnChg>
        <pc:cxnChg chg="mod">
          <ac:chgData name="Luís Paulo Peixoto Santos" userId="1bcb44e7-5d82-436c-b2eb-8036fed75eb8" providerId="ADAL" clId="{10CBD472-44B5-5CDB-B0A6-8736312077FE}" dt="2026-03-10T15:00:04.908" v="4513" actId="164"/>
          <ac:cxnSpMkLst>
            <pc:docMk/>
            <pc:sldMk cId="1891139302" sldId="322"/>
            <ac:cxnSpMk id="16" creationId="{CA88B0CC-E263-991B-CF18-8DF026B54664}"/>
          </ac:cxnSpMkLst>
        </pc:cxnChg>
        <pc:cxnChg chg="mod">
          <ac:chgData name="Luís Paulo Peixoto Santos" userId="1bcb44e7-5d82-436c-b2eb-8036fed75eb8" providerId="ADAL" clId="{10CBD472-44B5-5CDB-B0A6-8736312077FE}" dt="2026-03-10T15:00:04.908" v="4513" actId="164"/>
          <ac:cxnSpMkLst>
            <pc:docMk/>
            <pc:sldMk cId="1891139302" sldId="322"/>
            <ac:cxnSpMk id="18" creationId="{E579F5F9-28C1-AB31-68E7-9456BE126961}"/>
          </ac:cxnSpMkLst>
        </pc:cxnChg>
        <pc:cxnChg chg="mod">
          <ac:chgData name="Luís Paulo Peixoto Santos" userId="1bcb44e7-5d82-436c-b2eb-8036fed75eb8" providerId="ADAL" clId="{10CBD472-44B5-5CDB-B0A6-8736312077FE}" dt="2026-03-10T15:00:04.908" v="4513" actId="164"/>
          <ac:cxnSpMkLst>
            <pc:docMk/>
            <pc:sldMk cId="1891139302" sldId="322"/>
            <ac:cxnSpMk id="21" creationId="{D85DBC89-9B73-F7F2-01E8-DC6EDE6B3AF8}"/>
          </ac:cxnSpMkLst>
        </pc:cxnChg>
        <pc:cxnChg chg="mod">
          <ac:chgData name="Luís Paulo Peixoto Santos" userId="1bcb44e7-5d82-436c-b2eb-8036fed75eb8" providerId="ADAL" clId="{10CBD472-44B5-5CDB-B0A6-8736312077FE}" dt="2026-03-10T15:00:04.908" v="4513" actId="164"/>
          <ac:cxnSpMkLst>
            <pc:docMk/>
            <pc:sldMk cId="1891139302" sldId="322"/>
            <ac:cxnSpMk id="22" creationId="{34EA865A-483D-1791-E060-94C6A9B18202}"/>
          </ac:cxnSpMkLst>
        </pc:cxnChg>
        <pc:cxnChg chg="mod">
          <ac:chgData name="Luís Paulo Peixoto Santos" userId="1bcb44e7-5d82-436c-b2eb-8036fed75eb8" providerId="ADAL" clId="{10CBD472-44B5-5CDB-B0A6-8736312077FE}" dt="2026-03-10T14:59:34.628" v="4507" actId="1076"/>
          <ac:cxnSpMkLst>
            <pc:docMk/>
            <pc:sldMk cId="1891139302" sldId="322"/>
            <ac:cxnSpMk id="31" creationId="{1D08B53C-10A6-1A86-9997-F70F7DD440B5}"/>
          </ac:cxnSpMkLst>
        </pc:cxnChg>
        <pc:cxnChg chg="mod">
          <ac:chgData name="Luís Paulo Peixoto Santos" userId="1bcb44e7-5d82-436c-b2eb-8036fed75eb8" providerId="ADAL" clId="{10CBD472-44B5-5CDB-B0A6-8736312077FE}" dt="2026-03-10T14:59:34.628" v="4507" actId="1076"/>
          <ac:cxnSpMkLst>
            <pc:docMk/>
            <pc:sldMk cId="1891139302" sldId="322"/>
            <ac:cxnSpMk id="34" creationId="{0A5C6A42-14EE-AA13-73FD-3A90E02C568B}"/>
          </ac:cxnSpMkLst>
        </pc:cxnChg>
        <pc:cxnChg chg="mod">
          <ac:chgData name="Luís Paulo Peixoto Santos" userId="1bcb44e7-5d82-436c-b2eb-8036fed75eb8" providerId="ADAL" clId="{10CBD472-44B5-5CDB-B0A6-8736312077FE}" dt="2026-03-12T13:45:24.684" v="8025" actId="14100"/>
          <ac:cxnSpMkLst>
            <pc:docMk/>
            <pc:sldMk cId="1891139302" sldId="322"/>
            <ac:cxnSpMk id="43" creationId="{91AC34A9-2236-39CD-ED5E-C95434191CBE}"/>
          </ac:cxnSpMkLst>
        </pc:cxnChg>
      </pc:sldChg>
      <pc:sldChg chg="addSp delSp modSp add mod modTransition delAnim modAnim">
        <pc:chgData name="Luís Paulo Peixoto Santos" userId="1bcb44e7-5d82-436c-b2eb-8036fed75eb8" providerId="ADAL" clId="{10CBD472-44B5-5CDB-B0A6-8736312077FE}" dt="2026-03-11T21:09:15.340" v="5919"/>
        <pc:sldMkLst>
          <pc:docMk/>
          <pc:sldMk cId="3041083506" sldId="323"/>
        </pc:sldMkLst>
        <pc:spChg chg="mod">
          <ac:chgData name="Luís Paulo Peixoto Santos" userId="1bcb44e7-5d82-436c-b2eb-8036fed75eb8" providerId="ADAL" clId="{10CBD472-44B5-5CDB-B0A6-8736312077FE}" dt="2026-03-11T20:33:02.815" v="5738" actId="962"/>
          <ac:spMkLst>
            <pc:docMk/>
            <pc:sldMk cId="3041083506" sldId="323"/>
            <ac:spMk id="3" creationId="{DFA12F04-12E9-607A-89C5-DD10A069DC30}"/>
          </ac:spMkLst>
        </pc:spChg>
        <pc:spChg chg="add mod">
          <ac:chgData name="Luís Paulo Peixoto Santos" userId="1bcb44e7-5d82-436c-b2eb-8036fed75eb8" providerId="ADAL" clId="{10CBD472-44B5-5CDB-B0A6-8736312077FE}" dt="2026-03-11T20:32:52.994" v="5737" actId="962"/>
          <ac:spMkLst>
            <pc:docMk/>
            <pc:sldMk cId="3041083506" sldId="323"/>
            <ac:spMk id="6" creationId="{33A9A9FC-A8BB-7052-4EC1-908CD66ACE84}"/>
          </ac:spMkLst>
        </pc:spChg>
        <pc:spChg chg="add mod">
          <ac:chgData name="Luís Paulo Peixoto Santos" userId="1bcb44e7-5d82-436c-b2eb-8036fed75eb8" providerId="ADAL" clId="{10CBD472-44B5-5CDB-B0A6-8736312077FE}" dt="2026-03-11T20:32:46.474" v="5736" actId="962"/>
          <ac:spMkLst>
            <pc:docMk/>
            <pc:sldMk cId="3041083506" sldId="323"/>
            <ac:spMk id="7" creationId="{72C89E0B-C979-B582-D3BF-D98C6BB8F2A8}"/>
          </ac:spMkLst>
        </pc:spChg>
        <pc:spChg chg="add mod">
          <ac:chgData name="Luís Paulo Peixoto Santos" userId="1bcb44e7-5d82-436c-b2eb-8036fed75eb8" providerId="ADAL" clId="{10CBD472-44B5-5CDB-B0A6-8736312077FE}" dt="2026-03-11T20:31:20.326" v="5731" actId="164"/>
          <ac:spMkLst>
            <pc:docMk/>
            <pc:sldMk cId="3041083506" sldId="323"/>
            <ac:spMk id="12" creationId="{EC160105-C835-E8A0-40F0-A08D0BCC825A}"/>
          </ac:spMkLst>
        </pc:spChg>
        <pc:spChg chg="add mod">
          <ac:chgData name="Luís Paulo Peixoto Santos" userId="1bcb44e7-5d82-436c-b2eb-8036fed75eb8" providerId="ADAL" clId="{10CBD472-44B5-5CDB-B0A6-8736312077FE}" dt="2026-03-11T20:31:20.326" v="5731" actId="164"/>
          <ac:spMkLst>
            <pc:docMk/>
            <pc:sldMk cId="3041083506" sldId="323"/>
            <ac:spMk id="13" creationId="{BA8BF9F5-0FD5-91A7-E833-A7DCFD0A0997}"/>
          </ac:spMkLst>
        </pc:spChg>
        <pc:spChg chg="add mod">
          <ac:chgData name="Luís Paulo Peixoto Santos" userId="1bcb44e7-5d82-436c-b2eb-8036fed75eb8" providerId="ADAL" clId="{10CBD472-44B5-5CDB-B0A6-8736312077FE}" dt="2026-03-11T20:32:29.848" v="5735" actId="962"/>
          <ac:spMkLst>
            <pc:docMk/>
            <pc:sldMk cId="3041083506" sldId="323"/>
            <ac:spMk id="16" creationId="{5C4F6B5F-23FB-5916-3980-10784730959C}"/>
          </ac:spMkLst>
        </pc:spChg>
        <pc:spChg chg="add mod">
          <ac:chgData name="Luís Paulo Peixoto Santos" userId="1bcb44e7-5d82-436c-b2eb-8036fed75eb8" providerId="ADAL" clId="{10CBD472-44B5-5CDB-B0A6-8736312077FE}" dt="2026-03-11T20:54:00.825" v="5851" actId="20577"/>
          <ac:spMkLst>
            <pc:docMk/>
            <pc:sldMk cId="3041083506" sldId="323"/>
            <ac:spMk id="17" creationId="{6823BFC7-9EB7-66DB-DF90-4F7C4A31C0C4}"/>
          </ac:spMkLst>
        </pc:spChg>
        <pc:spChg chg="add mod">
          <ac:chgData name="Luís Paulo Peixoto Santos" userId="1bcb44e7-5d82-436c-b2eb-8036fed75eb8" providerId="ADAL" clId="{10CBD472-44B5-5CDB-B0A6-8736312077FE}" dt="2026-03-11T20:32:10.955" v="5733" actId="962"/>
          <ac:spMkLst>
            <pc:docMk/>
            <pc:sldMk cId="3041083506" sldId="323"/>
            <ac:spMk id="18" creationId="{4052247D-E951-166B-42C0-D63BE8931FDB}"/>
          </ac:spMkLst>
        </pc:spChg>
        <pc:spChg chg="mod">
          <ac:chgData name="Luís Paulo Peixoto Santos" userId="1bcb44e7-5d82-436c-b2eb-8036fed75eb8" providerId="ADAL" clId="{10CBD472-44B5-5CDB-B0A6-8736312077FE}" dt="2026-03-11T20:56:00.909" v="5864" actId="465"/>
          <ac:spMkLst>
            <pc:docMk/>
            <pc:sldMk cId="3041083506" sldId="323"/>
            <ac:spMk id="21" creationId="{A960F9A2-F5ED-DC0F-DCDE-51DAE7FA78E7}"/>
          </ac:spMkLst>
        </pc:spChg>
        <pc:spChg chg="add mod">
          <ac:chgData name="Luís Paulo Peixoto Santos" userId="1bcb44e7-5d82-436c-b2eb-8036fed75eb8" providerId="ADAL" clId="{10CBD472-44B5-5CDB-B0A6-8736312077FE}" dt="2026-03-11T20:40:51.199" v="5756"/>
          <ac:spMkLst>
            <pc:docMk/>
            <pc:sldMk cId="3041083506" sldId="323"/>
            <ac:spMk id="27" creationId="{32834289-8502-F3D9-1C76-C9A21F4B6811}"/>
          </ac:spMkLst>
        </pc:spChg>
        <pc:spChg chg="add mod">
          <ac:chgData name="Luís Paulo Peixoto Santos" userId="1bcb44e7-5d82-436c-b2eb-8036fed75eb8" providerId="ADAL" clId="{10CBD472-44B5-5CDB-B0A6-8736312077FE}" dt="2026-03-11T20:41:20.819" v="5760" actId="20577"/>
          <ac:spMkLst>
            <pc:docMk/>
            <pc:sldMk cId="3041083506" sldId="323"/>
            <ac:spMk id="38" creationId="{DB3BB416-4226-9E4D-1C79-7C9E812C8664}"/>
          </ac:spMkLst>
        </pc:spChg>
        <pc:spChg chg="add mod">
          <ac:chgData name="Luís Paulo Peixoto Santos" userId="1bcb44e7-5d82-436c-b2eb-8036fed75eb8" providerId="ADAL" clId="{10CBD472-44B5-5CDB-B0A6-8736312077FE}" dt="2026-03-11T20:42:36.473" v="5772" actId="1076"/>
          <ac:spMkLst>
            <pc:docMk/>
            <pc:sldMk cId="3041083506" sldId="323"/>
            <ac:spMk id="52" creationId="{C68F3296-A3C0-65E3-2E63-35D63EFD9C4A}"/>
          </ac:spMkLst>
        </pc:spChg>
        <pc:spChg chg="add mod">
          <ac:chgData name="Luís Paulo Peixoto Santos" userId="1bcb44e7-5d82-436c-b2eb-8036fed75eb8" providerId="ADAL" clId="{10CBD472-44B5-5CDB-B0A6-8736312077FE}" dt="2026-03-11T20:43:17.493" v="5778" actId="20577"/>
          <ac:spMkLst>
            <pc:docMk/>
            <pc:sldMk cId="3041083506" sldId="323"/>
            <ac:spMk id="53" creationId="{4C0628DF-4415-38B4-4874-1262FA104C4E}"/>
          </ac:spMkLst>
        </pc:spChg>
        <pc:spChg chg="add mod">
          <ac:chgData name="Luís Paulo Peixoto Santos" userId="1bcb44e7-5d82-436c-b2eb-8036fed75eb8" providerId="ADAL" clId="{10CBD472-44B5-5CDB-B0A6-8736312077FE}" dt="2026-03-11T20:42:52.020" v="5776" actId="1076"/>
          <ac:spMkLst>
            <pc:docMk/>
            <pc:sldMk cId="3041083506" sldId="323"/>
            <ac:spMk id="54" creationId="{FDB8E046-7A81-0161-3832-D9CD15101647}"/>
          </ac:spMkLst>
        </pc:spChg>
        <pc:spChg chg="add mod">
          <ac:chgData name="Luís Paulo Peixoto Santos" userId="1bcb44e7-5d82-436c-b2eb-8036fed75eb8" providerId="ADAL" clId="{10CBD472-44B5-5CDB-B0A6-8736312077FE}" dt="2026-03-11T20:56:51.748" v="5898" actId="1036"/>
          <ac:spMkLst>
            <pc:docMk/>
            <pc:sldMk cId="3041083506" sldId="323"/>
            <ac:spMk id="55" creationId="{E71E73C1-5757-D651-CF97-5E6FDA996CE0}"/>
          </ac:spMkLst>
        </pc:spChg>
        <pc:spChg chg="add mod">
          <ac:chgData name="Luís Paulo Peixoto Santos" userId="1bcb44e7-5d82-436c-b2eb-8036fed75eb8" providerId="ADAL" clId="{10CBD472-44B5-5CDB-B0A6-8736312077FE}" dt="2026-03-11T20:56:51.748" v="5898" actId="1036"/>
          <ac:spMkLst>
            <pc:docMk/>
            <pc:sldMk cId="3041083506" sldId="323"/>
            <ac:spMk id="57" creationId="{3CF97AE8-0DAC-0377-8A17-A551D6D94763}"/>
          </ac:spMkLst>
        </pc:spChg>
        <pc:spChg chg="add mod">
          <ac:chgData name="Luís Paulo Peixoto Santos" userId="1bcb44e7-5d82-436c-b2eb-8036fed75eb8" providerId="ADAL" clId="{10CBD472-44B5-5CDB-B0A6-8736312077FE}" dt="2026-03-11T20:56:51.748" v="5898" actId="1036"/>
          <ac:spMkLst>
            <pc:docMk/>
            <pc:sldMk cId="3041083506" sldId="323"/>
            <ac:spMk id="58" creationId="{F104EB63-AB6E-2A66-C0E5-00E04B06EA5E}"/>
          </ac:spMkLst>
        </pc:spChg>
        <pc:spChg chg="add mod">
          <ac:chgData name="Luís Paulo Peixoto Santos" userId="1bcb44e7-5d82-436c-b2eb-8036fed75eb8" providerId="ADAL" clId="{10CBD472-44B5-5CDB-B0A6-8736312077FE}" dt="2026-03-11T20:56:51.748" v="5898" actId="1036"/>
          <ac:spMkLst>
            <pc:docMk/>
            <pc:sldMk cId="3041083506" sldId="323"/>
            <ac:spMk id="59" creationId="{79E59202-4A19-C04A-2251-101706A7B5B7}"/>
          </ac:spMkLst>
        </pc:spChg>
        <pc:spChg chg="add mod">
          <ac:chgData name="Luís Paulo Peixoto Santos" userId="1bcb44e7-5d82-436c-b2eb-8036fed75eb8" providerId="ADAL" clId="{10CBD472-44B5-5CDB-B0A6-8736312077FE}" dt="2026-03-11T21:00:26.862" v="5916" actId="1076"/>
          <ac:spMkLst>
            <pc:docMk/>
            <pc:sldMk cId="3041083506" sldId="323"/>
            <ac:spMk id="61" creationId="{79F88097-F9A0-CD87-79FA-61DFE94D0BD3}"/>
          </ac:spMkLst>
        </pc:spChg>
        <pc:grpChg chg="add mod">
          <ac:chgData name="Luís Paulo Peixoto Santos" userId="1bcb44e7-5d82-436c-b2eb-8036fed75eb8" providerId="ADAL" clId="{10CBD472-44B5-5CDB-B0A6-8736312077FE}" dt="2026-03-11T20:33:14.779" v="5739" actId="962"/>
          <ac:grpSpMkLst>
            <pc:docMk/>
            <pc:sldMk cId="3041083506" sldId="323"/>
            <ac:grpSpMk id="8" creationId="{9EFF76AA-968C-5D82-3841-D065DA36D2DF}"/>
          </ac:grpSpMkLst>
        </pc:grpChg>
        <pc:grpChg chg="add mod">
          <ac:chgData name="Luís Paulo Peixoto Santos" userId="1bcb44e7-5d82-436c-b2eb-8036fed75eb8" providerId="ADAL" clId="{10CBD472-44B5-5CDB-B0A6-8736312077FE}" dt="2026-03-11T20:31:49.047" v="5732" actId="962"/>
          <ac:grpSpMkLst>
            <pc:docMk/>
            <pc:sldMk cId="3041083506" sldId="323"/>
            <ac:grpSpMk id="19" creationId="{528D2D1C-50FD-7E26-5D45-0F06DDBEF1D5}"/>
          </ac:grpSpMkLst>
        </pc:grpChg>
        <pc:grpChg chg="mod">
          <ac:chgData name="Luís Paulo Peixoto Santos" userId="1bcb44e7-5d82-436c-b2eb-8036fed75eb8" providerId="ADAL" clId="{10CBD472-44B5-5CDB-B0A6-8736312077FE}" dt="2026-03-11T20:29:55.585" v="5685" actId="1037"/>
          <ac:grpSpMkLst>
            <pc:docMk/>
            <pc:sldMk cId="3041083506" sldId="323"/>
            <ac:grpSpMk id="29" creationId="{2D73ABBF-E6A9-FDEA-4CF1-645681C788B8}"/>
          </ac:grpSpMkLst>
        </pc:grpChg>
        <pc:grpChg chg="mod">
          <ac:chgData name="Luís Paulo Peixoto Santos" userId="1bcb44e7-5d82-436c-b2eb-8036fed75eb8" providerId="ADAL" clId="{10CBD472-44B5-5CDB-B0A6-8736312077FE}" dt="2026-03-11T20:29:55.585" v="5685" actId="1037"/>
          <ac:grpSpMkLst>
            <pc:docMk/>
            <pc:sldMk cId="3041083506" sldId="323"/>
            <ac:grpSpMk id="51" creationId="{14F21CA0-9CCB-AC63-478A-07C336F1EB1D}"/>
          </ac:grpSpMkLst>
        </pc:grpChg>
        <pc:cxnChg chg="mod">
          <ac:chgData name="Luís Paulo Peixoto Santos" userId="1bcb44e7-5d82-436c-b2eb-8036fed75eb8" providerId="ADAL" clId="{10CBD472-44B5-5CDB-B0A6-8736312077FE}" dt="2026-03-11T20:24:18.869" v="5606" actId="14100"/>
          <ac:cxnSpMkLst>
            <pc:docMk/>
            <pc:sldMk cId="3041083506" sldId="323"/>
            <ac:cxnSpMk id="9" creationId="{B17FF20B-C4ED-B7F2-9D93-137557B90746}"/>
          </ac:cxnSpMkLst>
        </pc:cxnChg>
        <pc:cxnChg chg="mod">
          <ac:chgData name="Luís Paulo Peixoto Santos" userId="1bcb44e7-5d82-436c-b2eb-8036fed75eb8" providerId="ADAL" clId="{10CBD472-44B5-5CDB-B0A6-8736312077FE}" dt="2026-03-11T20:24:18.869" v="5606" actId="14100"/>
          <ac:cxnSpMkLst>
            <pc:docMk/>
            <pc:sldMk cId="3041083506" sldId="323"/>
            <ac:cxnSpMk id="10" creationId="{102AC2B5-9A7C-7EDE-CAF1-F9177D695F07}"/>
          </ac:cxnSpMkLst>
        </pc:cxnChg>
        <pc:cxnChg chg="mod">
          <ac:chgData name="Luís Paulo Peixoto Santos" userId="1bcb44e7-5d82-436c-b2eb-8036fed75eb8" providerId="ADAL" clId="{10CBD472-44B5-5CDB-B0A6-8736312077FE}" dt="2026-03-11T20:24:18.869" v="5606" actId="14100"/>
          <ac:cxnSpMkLst>
            <pc:docMk/>
            <pc:sldMk cId="3041083506" sldId="323"/>
            <ac:cxnSpMk id="11" creationId="{D0AE44C3-7EE1-EFD5-DC27-B45199A14404}"/>
          </ac:cxnSpMkLst>
        </pc:cxnChg>
        <pc:cxnChg chg="add mod">
          <ac:chgData name="Luís Paulo Peixoto Santos" userId="1bcb44e7-5d82-436c-b2eb-8036fed75eb8" providerId="ADAL" clId="{10CBD472-44B5-5CDB-B0A6-8736312077FE}" dt="2026-03-11T20:27:48.302" v="5641" actId="1582"/>
          <ac:cxnSpMkLst>
            <pc:docMk/>
            <pc:sldMk cId="3041083506" sldId="323"/>
            <ac:cxnSpMk id="15" creationId="{60D93E79-09B3-B130-31C9-7C043C8F7B09}"/>
          </ac:cxnSpMkLst>
        </pc:cxnChg>
        <pc:cxnChg chg="add mod">
          <ac:chgData name="Luís Paulo Peixoto Santos" userId="1bcb44e7-5d82-436c-b2eb-8036fed75eb8" providerId="ADAL" clId="{10CBD472-44B5-5CDB-B0A6-8736312077FE}" dt="2026-03-11T20:41:01.918" v="5757" actId="14100"/>
          <ac:cxnSpMkLst>
            <pc:docMk/>
            <pc:sldMk cId="3041083506" sldId="323"/>
            <ac:cxnSpMk id="24" creationId="{C055C9F7-E1AF-AD6E-B06A-2C681E5329F4}"/>
          </ac:cxnSpMkLst>
        </pc:cxnChg>
        <pc:cxnChg chg="add mod">
          <ac:chgData name="Luís Paulo Peixoto Santos" userId="1bcb44e7-5d82-436c-b2eb-8036fed75eb8" providerId="ADAL" clId="{10CBD472-44B5-5CDB-B0A6-8736312077FE}" dt="2026-03-11T20:41:34.415" v="5761" actId="14100"/>
          <ac:cxnSpMkLst>
            <pc:docMk/>
            <pc:sldMk cId="3041083506" sldId="323"/>
            <ac:cxnSpMk id="26" creationId="{74C2391D-DFAC-F424-0EB6-F10C1D0C5767}"/>
          </ac:cxnSpMkLst>
        </pc:cxnChg>
      </pc:sldChg>
      <pc:sldChg chg="addSp delSp modSp add mod delAnim modAnim">
        <pc:chgData name="Luís Paulo Peixoto Santos" userId="1bcb44e7-5d82-436c-b2eb-8036fed75eb8" providerId="ADAL" clId="{10CBD472-44B5-5CDB-B0A6-8736312077FE}" dt="2026-03-12T10:43:24.840" v="7532"/>
        <pc:sldMkLst>
          <pc:docMk/>
          <pc:sldMk cId="154241948" sldId="324"/>
        </pc:sldMkLst>
        <pc:spChg chg="mod topLvl">
          <ac:chgData name="Luís Paulo Peixoto Santos" userId="1bcb44e7-5d82-436c-b2eb-8036fed75eb8" providerId="ADAL" clId="{10CBD472-44B5-5CDB-B0A6-8736312077FE}" dt="2026-03-11T21:31:45.928" v="6302" actId="165"/>
          <ac:spMkLst>
            <pc:docMk/>
            <pc:sldMk cId="154241948" sldId="324"/>
            <ac:spMk id="3" creationId="{6127EA62-E7C0-A36B-4D82-0CCB8B531E79}"/>
          </ac:spMkLst>
        </pc:spChg>
        <pc:spChg chg="mod topLvl">
          <ac:chgData name="Luís Paulo Peixoto Santos" userId="1bcb44e7-5d82-436c-b2eb-8036fed75eb8" providerId="ADAL" clId="{10CBD472-44B5-5CDB-B0A6-8736312077FE}" dt="2026-03-11T21:31:45.928" v="6302" actId="165"/>
          <ac:spMkLst>
            <pc:docMk/>
            <pc:sldMk cId="154241948" sldId="324"/>
            <ac:spMk id="6" creationId="{BBD4BC83-2C2D-3EBC-1023-7987AAEF881A}"/>
          </ac:spMkLst>
        </pc:spChg>
        <pc:spChg chg="mod topLvl">
          <ac:chgData name="Luís Paulo Peixoto Santos" userId="1bcb44e7-5d82-436c-b2eb-8036fed75eb8" providerId="ADAL" clId="{10CBD472-44B5-5CDB-B0A6-8736312077FE}" dt="2026-03-11T21:31:45.928" v="6302" actId="165"/>
          <ac:spMkLst>
            <pc:docMk/>
            <pc:sldMk cId="154241948" sldId="324"/>
            <ac:spMk id="7" creationId="{44EFFC6A-0AC0-D2BB-7278-3229C606060D}"/>
          </ac:spMkLst>
        </pc:spChg>
        <pc:spChg chg="mod topLvl">
          <ac:chgData name="Luís Paulo Peixoto Santos" userId="1bcb44e7-5d82-436c-b2eb-8036fed75eb8" providerId="ADAL" clId="{10CBD472-44B5-5CDB-B0A6-8736312077FE}" dt="2026-03-11T21:32:12.469" v="6306" actId="164"/>
          <ac:spMkLst>
            <pc:docMk/>
            <pc:sldMk cId="154241948" sldId="324"/>
            <ac:spMk id="12" creationId="{6FAF8E1F-4DCB-3A2E-1B1F-71DD871F2357}"/>
          </ac:spMkLst>
        </pc:spChg>
        <pc:spChg chg="mod topLvl">
          <ac:chgData name="Luís Paulo Peixoto Santos" userId="1bcb44e7-5d82-436c-b2eb-8036fed75eb8" providerId="ADAL" clId="{10CBD472-44B5-5CDB-B0A6-8736312077FE}" dt="2026-03-11T21:32:12.469" v="6306" actId="164"/>
          <ac:spMkLst>
            <pc:docMk/>
            <pc:sldMk cId="154241948" sldId="324"/>
            <ac:spMk id="13" creationId="{CE0E8C78-7B85-F608-936B-BA07911DCE0A}"/>
          </ac:spMkLst>
        </pc:spChg>
        <pc:spChg chg="add mod">
          <ac:chgData name="Luís Paulo Peixoto Santos" userId="1bcb44e7-5d82-436c-b2eb-8036fed75eb8" providerId="ADAL" clId="{10CBD472-44B5-5CDB-B0A6-8736312077FE}" dt="2026-03-11T21:14:24.709" v="5947" actId="164"/>
          <ac:spMkLst>
            <pc:docMk/>
            <pc:sldMk cId="154241948" sldId="324"/>
            <ac:spMk id="14" creationId="{0E59DA8C-5F23-F268-A4EB-746FC0C5D2C2}"/>
          </ac:spMkLst>
        </pc:spChg>
        <pc:spChg chg="add mod">
          <ac:chgData name="Luís Paulo Peixoto Santos" userId="1bcb44e7-5d82-436c-b2eb-8036fed75eb8" providerId="ADAL" clId="{10CBD472-44B5-5CDB-B0A6-8736312077FE}" dt="2026-03-12T09:33:44.654" v="6854" actId="1036"/>
          <ac:spMkLst>
            <pc:docMk/>
            <pc:sldMk cId="154241948" sldId="324"/>
            <ac:spMk id="16" creationId="{551A1628-DAA0-735F-54BF-E7875241DB01}"/>
          </ac:spMkLst>
        </pc:spChg>
        <pc:spChg chg="add mod">
          <ac:chgData name="Luís Paulo Peixoto Santos" userId="1bcb44e7-5d82-436c-b2eb-8036fed75eb8" providerId="ADAL" clId="{10CBD472-44B5-5CDB-B0A6-8736312077FE}" dt="2026-03-12T09:33:44.654" v="6854" actId="1036"/>
          <ac:spMkLst>
            <pc:docMk/>
            <pc:sldMk cId="154241948" sldId="324"/>
            <ac:spMk id="17" creationId="{CD74DB4E-A148-ABFF-3978-DA5974934260}"/>
          </ac:spMkLst>
        </pc:spChg>
        <pc:spChg chg="add mod">
          <ac:chgData name="Luís Paulo Peixoto Santos" userId="1bcb44e7-5d82-436c-b2eb-8036fed75eb8" providerId="ADAL" clId="{10CBD472-44B5-5CDB-B0A6-8736312077FE}" dt="2026-03-11T21:14:24.709" v="5947" actId="164"/>
          <ac:spMkLst>
            <pc:docMk/>
            <pc:sldMk cId="154241948" sldId="324"/>
            <ac:spMk id="20" creationId="{7A08E2B0-5B9A-8BBE-1F8B-F14E55ED103F}"/>
          </ac:spMkLst>
        </pc:spChg>
        <pc:spChg chg="add mod">
          <ac:chgData name="Luís Paulo Peixoto Santos" userId="1bcb44e7-5d82-436c-b2eb-8036fed75eb8" providerId="ADAL" clId="{10CBD472-44B5-5CDB-B0A6-8736312077FE}" dt="2026-03-12T09:40:03.739" v="6900"/>
          <ac:spMkLst>
            <pc:docMk/>
            <pc:sldMk cId="154241948" sldId="324"/>
            <ac:spMk id="24" creationId="{2AD43E30-AC9A-8545-9C29-6D7C007B9AEB}"/>
          </ac:spMkLst>
        </pc:spChg>
        <pc:spChg chg="add mod">
          <ac:chgData name="Luís Paulo Peixoto Santos" userId="1bcb44e7-5d82-436c-b2eb-8036fed75eb8" providerId="ADAL" clId="{10CBD472-44B5-5CDB-B0A6-8736312077FE}" dt="2026-03-12T01:28:53.157" v="6650" actId="207"/>
          <ac:spMkLst>
            <pc:docMk/>
            <pc:sldMk cId="154241948" sldId="324"/>
            <ac:spMk id="27" creationId="{5A7A6BBD-D180-C576-163C-3A28314E1A72}"/>
          </ac:spMkLst>
        </pc:spChg>
        <pc:spChg chg="add mod">
          <ac:chgData name="Luís Paulo Peixoto Santos" userId="1bcb44e7-5d82-436c-b2eb-8036fed75eb8" providerId="ADAL" clId="{10CBD472-44B5-5CDB-B0A6-8736312077FE}" dt="2026-03-12T01:29:52.273" v="6653" actId="20577"/>
          <ac:spMkLst>
            <pc:docMk/>
            <pc:sldMk cId="154241948" sldId="324"/>
            <ac:spMk id="29" creationId="{921CE0B0-FED3-4E70-F908-429439301473}"/>
          </ac:spMkLst>
        </pc:spChg>
        <pc:spChg chg="mod">
          <ac:chgData name="Luís Paulo Peixoto Santos" userId="1bcb44e7-5d82-436c-b2eb-8036fed75eb8" providerId="ADAL" clId="{10CBD472-44B5-5CDB-B0A6-8736312077FE}" dt="2026-03-11T21:31:25.974" v="6301" actId="408"/>
          <ac:spMkLst>
            <pc:docMk/>
            <pc:sldMk cId="154241948" sldId="324"/>
            <ac:spMk id="52" creationId="{E7DB21E5-9FE6-22B5-062A-7D0279AA6AA1}"/>
          </ac:spMkLst>
        </pc:spChg>
        <pc:spChg chg="mod">
          <ac:chgData name="Luís Paulo Peixoto Santos" userId="1bcb44e7-5d82-436c-b2eb-8036fed75eb8" providerId="ADAL" clId="{10CBD472-44B5-5CDB-B0A6-8736312077FE}" dt="2026-03-11T21:31:25.974" v="6301" actId="408"/>
          <ac:spMkLst>
            <pc:docMk/>
            <pc:sldMk cId="154241948" sldId="324"/>
            <ac:spMk id="53" creationId="{66012C35-FCA2-FF73-B0EA-D2A9E3BE38DD}"/>
          </ac:spMkLst>
        </pc:spChg>
        <pc:spChg chg="mod">
          <ac:chgData name="Luís Paulo Peixoto Santos" userId="1bcb44e7-5d82-436c-b2eb-8036fed75eb8" providerId="ADAL" clId="{10CBD472-44B5-5CDB-B0A6-8736312077FE}" dt="2026-03-11T21:31:25.974" v="6301" actId="408"/>
          <ac:spMkLst>
            <pc:docMk/>
            <pc:sldMk cId="154241948" sldId="324"/>
            <ac:spMk id="54" creationId="{C71944A6-8B86-5862-CD80-A1B724D32AEE}"/>
          </ac:spMkLst>
        </pc:spChg>
        <pc:spChg chg="mod">
          <ac:chgData name="Luís Paulo Peixoto Santos" userId="1bcb44e7-5d82-436c-b2eb-8036fed75eb8" providerId="ADAL" clId="{10CBD472-44B5-5CDB-B0A6-8736312077FE}" dt="2026-03-11T21:40:01.709" v="6349" actId="1037"/>
          <ac:spMkLst>
            <pc:docMk/>
            <pc:sldMk cId="154241948" sldId="324"/>
            <ac:spMk id="55" creationId="{4FB56CBD-8EE0-56C2-98FB-A8B08420BF53}"/>
          </ac:spMkLst>
        </pc:spChg>
        <pc:spChg chg="mod">
          <ac:chgData name="Luís Paulo Peixoto Santos" userId="1bcb44e7-5d82-436c-b2eb-8036fed75eb8" providerId="ADAL" clId="{10CBD472-44B5-5CDB-B0A6-8736312077FE}" dt="2026-03-11T21:31:45.928" v="6302" actId="165"/>
          <ac:spMkLst>
            <pc:docMk/>
            <pc:sldMk cId="154241948" sldId="324"/>
            <ac:spMk id="97" creationId="{EC10EFBB-5CBF-770D-29FA-DA1505C585F4}"/>
          </ac:spMkLst>
        </pc:spChg>
        <pc:spChg chg="mod">
          <ac:chgData name="Luís Paulo Peixoto Santos" userId="1bcb44e7-5d82-436c-b2eb-8036fed75eb8" providerId="ADAL" clId="{10CBD472-44B5-5CDB-B0A6-8736312077FE}" dt="2026-03-11T21:31:45.928" v="6302" actId="165"/>
          <ac:spMkLst>
            <pc:docMk/>
            <pc:sldMk cId="154241948" sldId="324"/>
            <ac:spMk id="98" creationId="{C0FF337C-604B-E743-E2C2-9BE5867B3A78}"/>
          </ac:spMkLst>
        </pc:spChg>
        <pc:spChg chg="mod">
          <ac:chgData name="Luís Paulo Peixoto Santos" userId="1bcb44e7-5d82-436c-b2eb-8036fed75eb8" providerId="ADAL" clId="{10CBD472-44B5-5CDB-B0A6-8736312077FE}" dt="2026-03-11T21:31:45.928" v="6302" actId="165"/>
          <ac:spMkLst>
            <pc:docMk/>
            <pc:sldMk cId="154241948" sldId="324"/>
            <ac:spMk id="99" creationId="{A483A6F3-A74C-C761-601E-0210EE015C14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15" creationId="{4178D541-7755-5D7F-43E7-086FC098B1E5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17" creationId="{05293BDB-0C25-9389-B825-C126D6B03794}"/>
          </ac:spMkLst>
        </pc:spChg>
        <pc:spChg chg="mod">
          <ac:chgData name="Luís Paulo Peixoto Santos" userId="1bcb44e7-5d82-436c-b2eb-8036fed75eb8" providerId="ADAL" clId="{10CBD472-44B5-5CDB-B0A6-8736312077FE}" dt="2026-03-11T21:28:52.208" v="6272"/>
          <ac:spMkLst>
            <pc:docMk/>
            <pc:sldMk cId="154241948" sldId="324"/>
            <ac:spMk id="118" creationId="{14BF5663-ADD7-7CE5-D7CC-11404632AADD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19" creationId="{A2A64BD8-9EEF-4D21-D3AA-635CF0EBF8BA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20" creationId="{3ADCC990-81BF-386C-5F07-98655E8B5A33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29" creationId="{6A4D71B5-7910-2957-90C9-B9E85295A0B7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30" creationId="{A581FAF6-5C93-C691-A45A-D0523B723552}"/>
          </ac:spMkLst>
        </pc:spChg>
        <pc:spChg chg="mod">
          <ac:chgData name="Luís Paulo Peixoto Santos" userId="1bcb44e7-5d82-436c-b2eb-8036fed75eb8" providerId="ADAL" clId="{10CBD472-44B5-5CDB-B0A6-8736312077FE}" dt="2026-03-11T21:28:52.208" v="6272"/>
          <ac:spMkLst>
            <pc:docMk/>
            <pc:sldMk cId="154241948" sldId="324"/>
            <ac:spMk id="131" creationId="{D5B8C4EA-90D8-CB68-D2D6-5C484FCCF9F4}"/>
          </ac:spMkLst>
        </pc:spChg>
        <pc:spChg chg="mod">
          <ac:chgData name="Luís Paulo Peixoto Santos" userId="1bcb44e7-5d82-436c-b2eb-8036fed75eb8" providerId="ADAL" clId="{10CBD472-44B5-5CDB-B0A6-8736312077FE}" dt="2026-03-11T21:28:52.208" v="6272"/>
          <ac:spMkLst>
            <pc:docMk/>
            <pc:sldMk cId="154241948" sldId="324"/>
            <ac:spMk id="132" creationId="{1A1FB08F-7D0E-0C48-81FD-D7FF50D603CE}"/>
          </ac:spMkLst>
        </pc:spChg>
        <pc:spChg chg="mod">
          <ac:chgData name="Luís Paulo Peixoto Santos" userId="1bcb44e7-5d82-436c-b2eb-8036fed75eb8" providerId="ADAL" clId="{10CBD472-44B5-5CDB-B0A6-8736312077FE}" dt="2026-03-11T21:28:52.208" v="6272"/>
          <ac:spMkLst>
            <pc:docMk/>
            <pc:sldMk cId="154241948" sldId="324"/>
            <ac:spMk id="133" creationId="{181C3F71-475D-41E9-DC4D-FEB348BBE3E3}"/>
          </ac:spMkLst>
        </pc:spChg>
        <pc:spChg chg="mod">
          <ac:chgData name="Luís Paulo Peixoto Santos" userId="1bcb44e7-5d82-436c-b2eb-8036fed75eb8" providerId="ADAL" clId="{10CBD472-44B5-5CDB-B0A6-8736312077FE}" dt="2026-03-12T01:34:47.321" v="6674" actId="167"/>
          <ac:spMkLst>
            <pc:docMk/>
            <pc:sldMk cId="154241948" sldId="324"/>
            <ac:spMk id="134" creationId="{EA777228-B7A8-A050-50DF-0F604D8A9CEC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42" creationId="{BE9FD4C5-5D1F-6324-E8E7-3BC1CCC1CFC1}"/>
          </ac:spMkLst>
        </pc:spChg>
        <pc:spChg chg="mod">
          <ac:chgData name="Luís Paulo Peixoto Santos" userId="1bcb44e7-5d82-436c-b2eb-8036fed75eb8" providerId="ADAL" clId="{10CBD472-44B5-5CDB-B0A6-8736312077FE}" dt="2026-03-11T21:29:17.935" v="6274"/>
          <ac:spMkLst>
            <pc:docMk/>
            <pc:sldMk cId="154241948" sldId="324"/>
            <ac:spMk id="143" creationId="{D86391F4-BACD-415D-B861-035A5712D10E}"/>
          </ac:spMkLst>
        </pc:spChg>
        <pc:spChg chg="mod">
          <ac:chgData name="Luís Paulo Peixoto Santos" userId="1bcb44e7-5d82-436c-b2eb-8036fed75eb8" providerId="ADAL" clId="{10CBD472-44B5-5CDB-B0A6-8736312077FE}" dt="2026-03-11T21:29:17.935" v="6274"/>
          <ac:spMkLst>
            <pc:docMk/>
            <pc:sldMk cId="154241948" sldId="324"/>
            <ac:spMk id="144" creationId="{94462A61-DEAA-18B0-9BFC-C4A18F44CA5D}"/>
          </ac:spMkLst>
        </pc:spChg>
        <pc:spChg chg="mod">
          <ac:chgData name="Luís Paulo Peixoto Santos" userId="1bcb44e7-5d82-436c-b2eb-8036fed75eb8" providerId="ADAL" clId="{10CBD472-44B5-5CDB-B0A6-8736312077FE}" dt="2026-03-11T21:29:17.935" v="6274"/>
          <ac:spMkLst>
            <pc:docMk/>
            <pc:sldMk cId="154241948" sldId="324"/>
            <ac:spMk id="145" creationId="{9D40EDE6-DC91-D4D4-22F2-C784E3DB8593}"/>
          </ac:spMkLst>
        </pc:spChg>
        <pc:spChg chg="mod">
          <ac:chgData name="Luís Paulo Peixoto Santos" userId="1bcb44e7-5d82-436c-b2eb-8036fed75eb8" providerId="ADAL" clId="{10CBD472-44B5-5CDB-B0A6-8736312077FE}" dt="2026-03-11T21:29:17.935" v="6274"/>
          <ac:spMkLst>
            <pc:docMk/>
            <pc:sldMk cId="154241948" sldId="324"/>
            <ac:spMk id="146" creationId="{2411E2C1-D553-ECB4-23BC-F180B3FD0ACB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47" creationId="{E3ADBF52-F706-6FAE-49CC-E78E452A1707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48" creationId="{348109F7-972A-9C53-1EEA-E8551C36EC5B}"/>
          </ac:spMkLst>
        </pc:spChg>
        <pc:spChg chg="mod">
          <ac:chgData name="Luís Paulo Peixoto Santos" userId="1bcb44e7-5d82-436c-b2eb-8036fed75eb8" providerId="ADAL" clId="{10CBD472-44B5-5CDB-B0A6-8736312077FE}" dt="2026-03-11T21:29:17.935" v="6274"/>
          <ac:spMkLst>
            <pc:docMk/>
            <pc:sldMk cId="154241948" sldId="324"/>
            <ac:spMk id="157" creationId="{0F2BF857-689C-8856-E5E5-423CDBD3226F}"/>
          </ac:spMkLst>
        </pc:spChg>
        <pc:spChg chg="mod">
          <ac:chgData name="Luís Paulo Peixoto Santos" userId="1bcb44e7-5d82-436c-b2eb-8036fed75eb8" providerId="ADAL" clId="{10CBD472-44B5-5CDB-B0A6-8736312077FE}" dt="2026-03-11T21:30:42.190" v="6296" actId="408"/>
          <ac:spMkLst>
            <pc:docMk/>
            <pc:sldMk cId="154241948" sldId="324"/>
            <ac:spMk id="158" creationId="{E9F89BD6-E4DD-1B04-8077-2ABA54186A60}"/>
          </ac:spMkLst>
        </pc:spChg>
        <pc:spChg chg="mod">
          <ac:chgData name="Luís Paulo Peixoto Santos" userId="1bcb44e7-5d82-436c-b2eb-8036fed75eb8" providerId="ADAL" clId="{10CBD472-44B5-5CDB-B0A6-8736312077FE}" dt="2026-03-11T21:29:17.935" v="6274"/>
          <ac:spMkLst>
            <pc:docMk/>
            <pc:sldMk cId="154241948" sldId="324"/>
            <ac:spMk id="160" creationId="{63F03162-05C9-2AF4-B5B7-28E058A757AD}"/>
          </ac:spMkLst>
        </pc:spChg>
        <pc:spChg chg="mod">
          <ac:chgData name="Luís Paulo Peixoto Santos" userId="1bcb44e7-5d82-436c-b2eb-8036fed75eb8" providerId="ADAL" clId="{10CBD472-44B5-5CDB-B0A6-8736312077FE}" dt="2026-03-11T21:29:17.935" v="6274"/>
          <ac:spMkLst>
            <pc:docMk/>
            <pc:sldMk cId="154241948" sldId="324"/>
            <ac:spMk id="161" creationId="{53687054-327C-9C14-FC84-6E1B9971589D}"/>
          </ac:spMkLst>
        </pc:spChg>
        <pc:spChg chg="mod">
          <ac:chgData name="Luís Paulo Peixoto Santos" userId="1bcb44e7-5d82-436c-b2eb-8036fed75eb8" providerId="ADAL" clId="{10CBD472-44B5-5CDB-B0A6-8736312077FE}" dt="2026-03-11T21:29:46.262" v="6276"/>
          <ac:spMkLst>
            <pc:docMk/>
            <pc:sldMk cId="154241948" sldId="324"/>
            <ac:spMk id="188" creationId="{8D5EDBBC-02B0-697E-3492-E52F5396E853}"/>
          </ac:spMkLst>
        </pc:spChg>
        <pc:spChg chg="add mod">
          <ac:chgData name="Luís Paulo Peixoto Santos" userId="1bcb44e7-5d82-436c-b2eb-8036fed75eb8" providerId="ADAL" clId="{10CBD472-44B5-5CDB-B0A6-8736312077FE}" dt="2026-03-12T09:33:44.654" v="6854" actId="1036"/>
          <ac:spMkLst>
            <pc:docMk/>
            <pc:sldMk cId="154241948" sldId="324"/>
            <ac:spMk id="191" creationId="{32914813-7BEA-D8A7-9138-6143748C6B15}"/>
          </ac:spMkLst>
        </pc:spChg>
        <pc:spChg chg="add mod">
          <ac:chgData name="Luís Paulo Peixoto Santos" userId="1bcb44e7-5d82-436c-b2eb-8036fed75eb8" providerId="ADAL" clId="{10CBD472-44B5-5CDB-B0A6-8736312077FE}" dt="2026-03-12T09:33:44.654" v="6854" actId="1036"/>
          <ac:spMkLst>
            <pc:docMk/>
            <pc:sldMk cId="154241948" sldId="324"/>
            <ac:spMk id="193" creationId="{311F29AD-8F4F-1374-D16E-53B522258B93}"/>
          </ac:spMkLst>
        </pc:spChg>
        <pc:grpChg chg="mod topLvl">
          <ac:chgData name="Luís Paulo Peixoto Santos" userId="1bcb44e7-5d82-436c-b2eb-8036fed75eb8" providerId="ADAL" clId="{10CBD472-44B5-5CDB-B0A6-8736312077FE}" dt="2026-03-11T21:32:12.469" v="6306" actId="164"/>
          <ac:grpSpMkLst>
            <pc:docMk/>
            <pc:sldMk cId="154241948" sldId="324"/>
            <ac:grpSpMk id="8" creationId="{43A7F437-49E3-929F-8483-342827746540}"/>
          </ac:grpSpMkLst>
        </pc:grpChg>
        <pc:grpChg chg="mod topLvl">
          <ac:chgData name="Luís Paulo Peixoto Santos" userId="1bcb44e7-5d82-436c-b2eb-8036fed75eb8" providerId="ADAL" clId="{10CBD472-44B5-5CDB-B0A6-8736312077FE}" dt="2026-03-11T21:23:15.407" v="6118" actId="164"/>
          <ac:grpSpMkLst>
            <pc:docMk/>
            <pc:sldMk cId="154241948" sldId="324"/>
            <ac:grpSpMk id="28" creationId="{5D78BC2A-E990-0636-6286-BDCDE7ECEBEE}"/>
          </ac:grpSpMkLst>
        </pc:grpChg>
        <pc:grpChg chg="add mod topLvl">
          <ac:chgData name="Luís Paulo Peixoto Santos" userId="1bcb44e7-5d82-436c-b2eb-8036fed75eb8" providerId="ADAL" clId="{10CBD472-44B5-5CDB-B0A6-8736312077FE}" dt="2026-03-11T21:37:06.862" v="6328" actId="478"/>
          <ac:grpSpMkLst>
            <pc:docMk/>
            <pc:sldMk cId="154241948" sldId="324"/>
            <ac:grpSpMk id="33" creationId="{883E5AD6-C016-D1DE-9367-41C5562F5980}"/>
          </ac:grpSpMkLst>
        </pc:grpChg>
        <pc:grpChg chg="add mod">
          <ac:chgData name="Luís Paulo Peixoto Santos" userId="1bcb44e7-5d82-436c-b2eb-8036fed75eb8" providerId="ADAL" clId="{10CBD472-44B5-5CDB-B0A6-8736312077FE}" dt="2026-03-12T09:37:54.150" v="6888" actId="20577"/>
          <ac:grpSpMkLst>
            <pc:docMk/>
            <pc:sldMk cId="154241948" sldId="324"/>
            <ac:grpSpMk id="44" creationId="{384C6544-E361-AF33-050B-A133CCF0E294}"/>
          </ac:grpSpMkLst>
        </pc:grpChg>
        <pc:grpChg chg="add mod">
          <ac:chgData name="Luís Paulo Peixoto Santos" userId="1bcb44e7-5d82-436c-b2eb-8036fed75eb8" providerId="ADAL" clId="{10CBD472-44B5-5CDB-B0A6-8736312077FE}" dt="2026-03-11T21:23:15.407" v="6118" actId="164"/>
          <ac:grpSpMkLst>
            <pc:docMk/>
            <pc:sldMk cId="154241948" sldId="324"/>
            <ac:grpSpMk id="90" creationId="{F38D3A0A-48B5-7683-31A0-0A172120E4FA}"/>
          </ac:grpSpMkLst>
        </pc:grpChg>
        <pc:grpChg chg="add mod">
          <ac:chgData name="Luís Paulo Peixoto Santos" userId="1bcb44e7-5d82-436c-b2eb-8036fed75eb8" providerId="ADAL" clId="{10CBD472-44B5-5CDB-B0A6-8736312077FE}" dt="2026-03-11T21:37:41.578" v="6331" actId="164"/>
          <ac:grpSpMkLst>
            <pc:docMk/>
            <pc:sldMk cId="154241948" sldId="324"/>
            <ac:grpSpMk id="94" creationId="{7F2E63CD-16A3-56E4-530B-42FC23C84073}"/>
          </ac:grpSpMkLst>
        </pc:grpChg>
        <pc:grpChg chg="add mod topLvl">
          <ac:chgData name="Luís Paulo Peixoto Santos" userId="1bcb44e7-5d82-436c-b2eb-8036fed75eb8" providerId="ADAL" clId="{10CBD472-44B5-5CDB-B0A6-8736312077FE}" dt="2026-03-11T21:37:41.578" v="6331" actId="164"/>
          <ac:grpSpMkLst>
            <pc:docMk/>
            <pc:sldMk cId="154241948" sldId="324"/>
            <ac:grpSpMk id="95" creationId="{6411DABB-2E21-0F39-FDEC-A74B74E6EB7B}"/>
          </ac:grpSpMkLst>
        </pc:grpChg>
        <pc:grpChg chg="mod">
          <ac:chgData name="Luís Paulo Peixoto Santos" userId="1bcb44e7-5d82-436c-b2eb-8036fed75eb8" providerId="ADAL" clId="{10CBD472-44B5-5CDB-B0A6-8736312077FE}" dt="2026-03-11T21:26:40.437" v="6248"/>
          <ac:grpSpMkLst>
            <pc:docMk/>
            <pc:sldMk cId="154241948" sldId="324"/>
            <ac:grpSpMk id="96" creationId="{58BFCD17-B9DA-F824-86B2-1527E8764FE3}"/>
          </ac:grpSpMkLst>
        </pc:grpChg>
        <pc:grpChg chg="mod">
          <ac:chgData name="Luís Paulo Peixoto Santos" userId="1bcb44e7-5d82-436c-b2eb-8036fed75eb8" providerId="ADAL" clId="{10CBD472-44B5-5CDB-B0A6-8736312077FE}" dt="2026-03-11T21:26:40.437" v="6248"/>
          <ac:grpSpMkLst>
            <pc:docMk/>
            <pc:sldMk cId="154241948" sldId="324"/>
            <ac:grpSpMk id="100" creationId="{25FFF9DA-9CB6-6FDF-EE18-6045218BCB4D}"/>
          </ac:grpSpMkLst>
        </pc:grpChg>
        <pc:grpChg chg="mod">
          <ac:chgData name="Luís Paulo Peixoto Santos" userId="1bcb44e7-5d82-436c-b2eb-8036fed75eb8" providerId="ADAL" clId="{10CBD472-44B5-5CDB-B0A6-8736312077FE}" dt="2026-03-11T21:30:35.168" v="6295" actId="554"/>
          <ac:grpSpMkLst>
            <pc:docMk/>
            <pc:sldMk cId="154241948" sldId="324"/>
            <ac:grpSpMk id="108" creationId="{9B3D31A5-42DF-F3B1-ACAE-518CE6E5B1DB}"/>
          </ac:grpSpMkLst>
        </pc:grpChg>
        <pc:grpChg chg="mod">
          <ac:chgData name="Luís Paulo Peixoto Santos" userId="1bcb44e7-5d82-436c-b2eb-8036fed75eb8" providerId="ADAL" clId="{10CBD472-44B5-5CDB-B0A6-8736312077FE}" dt="2026-03-11T21:30:35.168" v="6295" actId="554"/>
          <ac:grpSpMkLst>
            <pc:docMk/>
            <pc:sldMk cId="154241948" sldId="324"/>
            <ac:grpSpMk id="135" creationId="{EED4D456-BA18-7B2B-6B10-28B11A79BF3D}"/>
          </ac:grpSpMkLst>
        </pc:grpChg>
        <pc:grpChg chg="topLvl">
          <ac:chgData name="Luís Paulo Peixoto Santos" userId="1bcb44e7-5d82-436c-b2eb-8036fed75eb8" providerId="ADAL" clId="{10CBD472-44B5-5CDB-B0A6-8736312077FE}" dt="2026-03-11T21:37:28.086" v="6330" actId="478"/>
          <ac:grpSpMkLst>
            <pc:docMk/>
            <pc:sldMk cId="154241948" sldId="324"/>
            <ac:grpSpMk id="177" creationId="{4722A4B2-0569-4026-C49D-F66B57E43188}"/>
          </ac:grpSpMkLst>
        </pc:grpChg>
        <pc:grpChg chg="add mod">
          <ac:chgData name="Luís Paulo Peixoto Santos" userId="1bcb44e7-5d82-436c-b2eb-8036fed75eb8" providerId="ADAL" clId="{10CBD472-44B5-5CDB-B0A6-8736312077FE}" dt="2026-03-11T21:37:41.578" v="6331" actId="164"/>
          <ac:grpSpMkLst>
            <pc:docMk/>
            <pc:sldMk cId="154241948" sldId="324"/>
            <ac:grpSpMk id="189" creationId="{22D94D76-BF2C-3F78-9A81-C5F7366CB608}"/>
          </ac:grpSpMkLst>
        </pc:grpChg>
        <pc:grpChg chg="add mod">
          <ac:chgData name="Luís Paulo Peixoto Santos" userId="1bcb44e7-5d82-436c-b2eb-8036fed75eb8" providerId="ADAL" clId="{10CBD472-44B5-5CDB-B0A6-8736312077FE}" dt="2026-03-11T21:38:05.566" v="6332" actId="962"/>
          <ac:grpSpMkLst>
            <pc:docMk/>
            <pc:sldMk cId="154241948" sldId="324"/>
            <ac:grpSpMk id="190" creationId="{48FA65B4-7B1B-4C19-28E9-B5A901347094}"/>
          </ac:grpSpMkLst>
        </pc:grpChg>
        <pc:cxnChg chg="mod">
          <ac:chgData name="Luís Paulo Peixoto Santos" userId="1bcb44e7-5d82-436c-b2eb-8036fed75eb8" providerId="ADAL" clId="{10CBD472-44B5-5CDB-B0A6-8736312077FE}" dt="2026-03-11T21:25:04.870" v="6213" actId="14100"/>
          <ac:cxnSpMkLst>
            <pc:docMk/>
            <pc:sldMk cId="154241948" sldId="324"/>
            <ac:cxnSpMk id="9" creationId="{97B3D79F-CB20-87B9-9E51-C38AB0B28CAF}"/>
          </ac:cxnSpMkLst>
        </pc:cxnChg>
        <pc:cxnChg chg="mod">
          <ac:chgData name="Luís Paulo Peixoto Santos" userId="1bcb44e7-5d82-436c-b2eb-8036fed75eb8" providerId="ADAL" clId="{10CBD472-44B5-5CDB-B0A6-8736312077FE}" dt="2026-03-11T21:25:17.576" v="6215" actId="1076"/>
          <ac:cxnSpMkLst>
            <pc:docMk/>
            <pc:sldMk cId="154241948" sldId="324"/>
            <ac:cxnSpMk id="10" creationId="{EF9144DC-CB4E-211F-B5E4-C5876F283C1A}"/>
          </ac:cxnSpMkLst>
        </pc:cxnChg>
        <pc:cxnChg chg="mod">
          <ac:chgData name="Luís Paulo Peixoto Santos" userId="1bcb44e7-5d82-436c-b2eb-8036fed75eb8" providerId="ADAL" clId="{10CBD472-44B5-5CDB-B0A6-8736312077FE}" dt="2026-03-11T21:25:24.904" v="6216" actId="1076"/>
          <ac:cxnSpMkLst>
            <pc:docMk/>
            <pc:sldMk cId="154241948" sldId="324"/>
            <ac:cxnSpMk id="11" creationId="{AE9669F5-90AC-5D7C-9A1E-BC350F2FFAE4}"/>
          </ac:cxnSpMkLst>
        </pc:cxnChg>
        <pc:cxnChg chg="mod">
          <ac:chgData name="Luís Paulo Peixoto Santos" userId="1bcb44e7-5d82-436c-b2eb-8036fed75eb8" providerId="ADAL" clId="{10CBD472-44B5-5CDB-B0A6-8736312077FE}" dt="2026-03-11T21:32:12.469" v="6306" actId="164"/>
          <ac:cxnSpMkLst>
            <pc:docMk/>
            <pc:sldMk cId="154241948" sldId="324"/>
            <ac:cxnSpMk id="15" creationId="{7EA95EF4-EB32-D0ED-3684-A80917717B3D}"/>
          </ac:cxnSpMkLst>
        </pc:cxnChg>
        <pc:cxnChg chg="mod">
          <ac:chgData name="Luís Paulo Peixoto Santos" userId="1bcb44e7-5d82-436c-b2eb-8036fed75eb8" providerId="ADAL" clId="{10CBD472-44B5-5CDB-B0A6-8736312077FE}" dt="2026-03-11T21:22:20.938" v="6100" actId="14100"/>
          <ac:cxnSpMkLst>
            <pc:docMk/>
            <pc:sldMk cId="154241948" sldId="324"/>
            <ac:cxnSpMk id="22" creationId="{4ED9068C-CF6D-33B1-0224-A78460CA10B0}"/>
          </ac:cxnSpMkLst>
        </pc:cxnChg>
        <pc:cxnChg chg="mod">
          <ac:chgData name="Luís Paulo Peixoto Santos" userId="1bcb44e7-5d82-436c-b2eb-8036fed75eb8" providerId="ADAL" clId="{10CBD472-44B5-5CDB-B0A6-8736312077FE}" dt="2026-03-11T21:22:20.938" v="6100" actId="14100"/>
          <ac:cxnSpMkLst>
            <pc:docMk/>
            <pc:sldMk cId="154241948" sldId="324"/>
            <ac:cxnSpMk id="23" creationId="{2EBE8010-934E-9317-08FA-C247C9DD1CAD}"/>
          </ac:cxnSpMkLst>
        </pc:cxnChg>
        <pc:cxnChg chg="mod">
          <ac:chgData name="Luís Paulo Peixoto Santos" userId="1bcb44e7-5d82-436c-b2eb-8036fed75eb8" providerId="ADAL" clId="{10CBD472-44B5-5CDB-B0A6-8736312077FE}" dt="2026-03-11T21:22:20.938" v="6100" actId="14100"/>
          <ac:cxnSpMkLst>
            <pc:docMk/>
            <pc:sldMk cId="154241948" sldId="324"/>
            <ac:cxnSpMk id="25" creationId="{22471263-9BB5-6448-B269-659BA818F808}"/>
          </ac:cxnSpMkLst>
        </pc:cxnChg>
        <pc:cxnChg chg="add mod">
          <ac:chgData name="Luís Paulo Peixoto Santos" userId="1bcb44e7-5d82-436c-b2eb-8036fed75eb8" providerId="ADAL" clId="{10CBD472-44B5-5CDB-B0A6-8736312077FE}" dt="2026-03-12T09:38:19.547" v="6893" actId="14100"/>
          <ac:cxnSpMkLst>
            <pc:docMk/>
            <pc:sldMk cId="154241948" sldId="324"/>
            <ac:cxnSpMk id="30" creationId="{D2CA8EAA-6157-28B9-1844-B627E983AD7E}"/>
          </ac:cxnSpMkLst>
        </pc:cxnChg>
        <pc:cxnChg chg="add mod">
          <ac:chgData name="Luís Paulo Peixoto Santos" userId="1bcb44e7-5d82-436c-b2eb-8036fed75eb8" providerId="ADAL" clId="{10CBD472-44B5-5CDB-B0A6-8736312077FE}" dt="2026-03-12T09:38:23.544" v="6894" actId="14100"/>
          <ac:cxnSpMkLst>
            <pc:docMk/>
            <pc:sldMk cId="154241948" sldId="324"/>
            <ac:cxnSpMk id="38" creationId="{9A9B92E3-9940-4950-65A4-03B0FC560C32}"/>
          </ac:cxnSpMkLst>
        </pc:cxnChg>
        <pc:cxnChg chg="mod">
          <ac:chgData name="Luís Paulo Peixoto Santos" userId="1bcb44e7-5d82-436c-b2eb-8036fed75eb8" providerId="ADAL" clId="{10CBD472-44B5-5CDB-B0A6-8736312077FE}" dt="2026-03-11T21:22:41.383" v="6115"/>
          <ac:cxnSpMkLst>
            <pc:docMk/>
            <pc:sldMk cId="154241948" sldId="324"/>
            <ac:cxnSpMk id="91" creationId="{BF00B35C-DC0E-753C-31C4-82277675914E}"/>
          </ac:cxnSpMkLst>
        </pc:cxnChg>
        <pc:cxnChg chg="mod">
          <ac:chgData name="Luís Paulo Peixoto Santos" userId="1bcb44e7-5d82-436c-b2eb-8036fed75eb8" providerId="ADAL" clId="{10CBD472-44B5-5CDB-B0A6-8736312077FE}" dt="2026-03-11T21:22:41.383" v="6115"/>
          <ac:cxnSpMkLst>
            <pc:docMk/>
            <pc:sldMk cId="154241948" sldId="324"/>
            <ac:cxnSpMk id="92" creationId="{F4B233BD-488F-F230-CEC8-5AE2E76AC2BF}"/>
          </ac:cxnSpMkLst>
        </pc:cxnChg>
        <pc:cxnChg chg="mod">
          <ac:chgData name="Luís Paulo Peixoto Santos" userId="1bcb44e7-5d82-436c-b2eb-8036fed75eb8" providerId="ADAL" clId="{10CBD472-44B5-5CDB-B0A6-8736312077FE}" dt="2026-03-11T21:22:41.383" v="6115"/>
          <ac:cxnSpMkLst>
            <pc:docMk/>
            <pc:sldMk cId="154241948" sldId="324"/>
            <ac:cxnSpMk id="93" creationId="{E93F239F-44DE-7B57-688E-04BFACEF846C}"/>
          </ac:cxnSpMkLst>
        </pc:cxnChg>
        <pc:cxnChg chg="mod">
          <ac:chgData name="Luís Paulo Peixoto Santos" userId="1bcb44e7-5d82-436c-b2eb-8036fed75eb8" providerId="ADAL" clId="{10CBD472-44B5-5CDB-B0A6-8736312077FE}" dt="2026-03-11T21:26:40.437" v="6248"/>
          <ac:cxnSpMkLst>
            <pc:docMk/>
            <pc:sldMk cId="154241948" sldId="324"/>
            <ac:cxnSpMk id="101" creationId="{DB46083C-4A92-8D41-25EB-60642226DE01}"/>
          </ac:cxnSpMkLst>
        </pc:cxnChg>
        <pc:cxnChg chg="mod">
          <ac:chgData name="Luís Paulo Peixoto Santos" userId="1bcb44e7-5d82-436c-b2eb-8036fed75eb8" providerId="ADAL" clId="{10CBD472-44B5-5CDB-B0A6-8736312077FE}" dt="2026-03-11T21:26:40.437" v="6248"/>
          <ac:cxnSpMkLst>
            <pc:docMk/>
            <pc:sldMk cId="154241948" sldId="324"/>
            <ac:cxnSpMk id="102" creationId="{A92366A7-DDE1-058F-53BD-88EE739EA5F4}"/>
          </ac:cxnSpMkLst>
        </pc:cxnChg>
        <pc:cxnChg chg="mod">
          <ac:chgData name="Luís Paulo Peixoto Santos" userId="1bcb44e7-5d82-436c-b2eb-8036fed75eb8" providerId="ADAL" clId="{10CBD472-44B5-5CDB-B0A6-8736312077FE}" dt="2026-03-11T21:26:40.437" v="6248"/>
          <ac:cxnSpMkLst>
            <pc:docMk/>
            <pc:sldMk cId="154241948" sldId="324"/>
            <ac:cxnSpMk id="104" creationId="{57E9B43D-3790-544F-55C2-83BCBA6C1774}"/>
          </ac:cxnSpMkLst>
        </pc:cxnChg>
        <pc:cxnChg chg="mod">
          <ac:chgData name="Luís Paulo Peixoto Santos" userId="1bcb44e7-5d82-436c-b2eb-8036fed75eb8" providerId="ADAL" clId="{10CBD472-44B5-5CDB-B0A6-8736312077FE}" dt="2026-03-11T21:26:40.437" v="6248"/>
          <ac:cxnSpMkLst>
            <pc:docMk/>
            <pc:sldMk cId="154241948" sldId="324"/>
            <ac:cxnSpMk id="106" creationId="{50A0D5B9-DC08-D2F1-BE8E-B85BCFB3B8C9}"/>
          </ac:cxnSpMkLst>
        </pc:cxnChg>
      </pc:sldChg>
      <pc:sldChg chg="addSp delSp modSp add mod delAnim modAnim">
        <pc:chgData name="Luís Paulo Peixoto Santos" userId="1bcb44e7-5d82-436c-b2eb-8036fed75eb8" providerId="ADAL" clId="{10CBD472-44B5-5CDB-B0A6-8736312077FE}" dt="2026-03-12T10:31:37.020" v="7285" actId="1076"/>
        <pc:sldMkLst>
          <pc:docMk/>
          <pc:sldMk cId="1012589482" sldId="325"/>
        </pc:sldMkLst>
        <pc:spChg chg="mod">
          <ac:chgData name="Luís Paulo Peixoto Santos" userId="1bcb44e7-5d82-436c-b2eb-8036fed75eb8" providerId="ADAL" clId="{10CBD472-44B5-5CDB-B0A6-8736312077FE}" dt="2026-03-12T09:42:16.770" v="6933" actId="1076"/>
          <ac:spMkLst>
            <pc:docMk/>
            <pc:sldMk cId="1012589482" sldId="325"/>
            <ac:spMk id="18" creationId="{F72B5EA0-0A1A-700C-A4D7-BDB0ECF8DC6E}"/>
          </ac:spMkLst>
        </pc:spChg>
        <pc:spChg chg="mod">
          <ac:chgData name="Luís Paulo Peixoto Santos" userId="1bcb44e7-5d82-436c-b2eb-8036fed75eb8" providerId="ADAL" clId="{10CBD472-44B5-5CDB-B0A6-8736312077FE}" dt="2026-03-12T10:27:32.233" v="7240" actId="1076"/>
          <ac:spMkLst>
            <pc:docMk/>
            <pc:sldMk cId="1012589482" sldId="325"/>
            <ac:spMk id="21" creationId="{EB04E965-E2BE-A53D-FEC0-A5CB59DE3D69}"/>
          </ac:spMkLst>
        </pc:spChg>
        <pc:spChg chg="mod">
          <ac:chgData name="Luís Paulo Peixoto Santos" userId="1bcb44e7-5d82-436c-b2eb-8036fed75eb8" providerId="ADAL" clId="{10CBD472-44B5-5CDB-B0A6-8736312077FE}" dt="2026-03-12T10:27:40.505" v="7241" actId="1076"/>
          <ac:spMkLst>
            <pc:docMk/>
            <pc:sldMk cId="1012589482" sldId="325"/>
            <ac:spMk id="56" creationId="{48C3F124-83F9-37D9-C3A5-955B69E0B516}"/>
          </ac:spMkLst>
        </pc:spChg>
        <pc:spChg chg="mod">
          <ac:chgData name="Luís Paulo Peixoto Santos" userId="1bcb44e7-5d82-436c-b2eb-8036fed75eb8" providerId="ADAL" clId="{10CBD472-44B5-5CDB-B0A6-8736312077FE}" dt="2026-03-12T09:41:19.686" v="6928" actId="1035"/>
          <ac:spMkLst>
            <pc:docMk/>
            <pc:sldMk cId="1012589482" sldId="325"/>
            <ac:spMk id="193" creationId="{6EE03E2E-13CE-5063-D29A-71745419739A}"/>
          </ac:spMkLst>
        </pc:spChg>
        <pc:spChg chg="add mod">
          <ac:chgData name="Luís Paulo Peixoto Santos" userId="1bcb44e7-5d82-436c-b2eb-8036fed75eb8" providerId="ADAL" clId="{10CBD472-44B5-5CDB-B0A6-8736312077FE}" dt="2026-03-12T10:27:53.681" v="7242" actId="1076"/>
          <ac:spMkLst>
            <pc:docMk/>
            <pc:sldMk cId="1012589482" sldId="325"/>
            <ac:spMk id="247" creationId="{68DD8739-9227-1619-092E-69B85DD0007C}"/>
          </ac:spMkLst>
        </pc:spChg>
        <pc:spChg chg="add mod">
          <ac:chgData name="Luís Paulo Peixoto Santos" userId="1bcb44e7-5d82-436c-b2eb-8036fed75eb8" providerId="ADAL" clId="{10CBD472-44B5-5CDB-B0A6-8736312077FE}" dt="2026-03-12T10:31:37.020" v="7285" actId="1076"/>
          <ac:spMkLst>
            <pc:docMk/>
            <pc:sldMk cId="1012589482" sldId="325"/>
            <ac:spMk id="248" creationId="{688C6FBE-0D46-0298-8197-B7FE22F1177B}"/>
          </ac:spMkLst>
        </pc:spChg>
        <pc:grpChg chg="add mod">
          <ac:chgData name="Luís Paulo Peixoto Santos" userId="1bcb44e7-5d82-436c-b2eb-8036fed75eb8" providerId="ADAL" clId="{10CBD472-44B5-5CDB-B0A6-8736312077FE}" dt="2026-03-12T09:59:49.537" v="7059" actId="164"/>
          <ac:grpSpMkLst>
            <pc:docMk/>
            <pc:sldMk cId="1012589482" sldId="325"/>
            <ac:grpSpMk id="19" creationId="{0A0173C6-1F8F-A1E2-B4A9-52B2F1D9FED8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24" creationId="{A7DB12B1-92B6-DF3D-0254-FF5B5253BB0B}"/>
          </ac:grpSpMkLst>
        </pc:grpChg>
        <pc:grpChg chg="add mod">
          <ac:chgData name="Luís Paulo Peixoto Santos" userId="1bcb44e7-5d82-436c-b2eb-8036fed75eb8" providerId="ADAL" clId="{10CBD472-44B5-5CDB-B0A6-8736312077FE}" dt="2026-03-12T09:57:46.632" v="7024" actId="164"/>
          <ac:grpSpMkLst>
            <pc:docMk/>
            <pc:sldMk cId="1012589482" sldId="325"/>
            <ac:grpSpMk id="39" creationId="{D94F829B-D279-000A-3DD6-1E7BBE7D2636}"/>
          </ac:grpSpMkLst>
        </pc:grpChg>
        <pc:grpChg chg="add mod">
          <ac:chgData name="Luís Paulo Peixoto Santos" userId="1bcb44e7-5d82-436c-b2eb-8036fed75eb8" providerId="ADAL" clId="{10CBD472-44B5-5CDB-B0A6-8736312077FE}" dt="2026-03-12T09:57:46.632" v="7024" actId="164"/>
          <ac:grpSpMkLst>
            <pc:docMk/>
            <pc:sldMk cId="1012589482" sldId="325"/>
            <ac:grpSpMk id="48" creationId="{F20A6FE8-C756-52F7-D154-9644CC522C67}"/>
          </ac:grpSpMkLst>
        </pc:grpChg>
        <pc:grpChg chg="add mod">
          <ac:chgData name="Luís Paulo Peixoto Santos" userId="1bcb44e7-5d82-436c-b2eb-8036fed75eb8" providerId="ADAL" clId="{10CBD472-44B5-5CDB-B0A6-8736312077FE}" dt="2026-03-12T09:57:46.632" v="7024" actId="164"/>
          <ac:grpSpMkLst>
            <pc:docMk/>
            <pc:sldMk cId="1012589482" sldId="325"/>
            <ac:grpSpMk id="66" creationId="{C383E286-BD10-941C-99A3-1596E8C50A97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77" creationId="{085A9593-41B7-A7D3-E79B-E11A50D12E54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82" creationId="{30724EA9-3490-01A8-240F-1E4C0497834A}"/>
          </ac:grpSpMkLst>
        </pc:grpChg>
        <pc:grpChg chg="add mod">
          <ac:chgData name="Luís Paulo Peixoto Santos" userId="1bcb44e7-5d82-436c-b2eb-8036fed75eb8" providerId="ADAL" clId="{10CBD472-44B5-5CDB-B0A6-8736312077FE}" dt="2026-03-12T09:59:58.441" v="7060" actId="164"/>
          <ac:grpSpMkLst>
            <pc:docMk/>
            <pc:sldMk cId="1012589482" sldId="325"/>
            <ac:grpSpMk id="178" creationId="{DC225C83-7A4C-A2D7-A007-E15D2D11494E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179" creationId="{9F442F95-E32A-49EF-2BD5-638EB270D854}"/>
          </ac:grpSpMkLst>
        </pc:grpChg>
        <pc:grpChg chg="add mod">
          <ac:chgData name="Luís Paulo Peixoto Santos" userId="1bcb44e7-5d82-436c-b2eb-8036fed75eb8" providerId="ADAL" clId="{10CBD472-44B5-5CDB-B0A6-8736312077FE}" dt="2026-03-12T10:02:46.289" v="7064" actId="164"/>
          <ac:grpSpMkLst>
            <pc:docMk/>
            <pc:sldMk cId="1012589482" sldId="325"/>
            <ac:grpSpMk id="192" creationId="{B1856CFC-9F4A-D3AB-BD45-87F6912FDFCD}"/>
          </ac:grpSpMkLst>
        </pc:grpChg>
        <pc:grpChg chg="add mod">
          <ac:chgData name="Luís Paulo Peixoto Santos" userId="1bcb44e7-5d82-436c-b2eb-8036fed75eb8" providerId="ADAL" clId="{10CBD472-44B5-5CDB-B0A6-8736312077FE}" dt="2026-03-12T10:02:46.289" v="7064" actId="164"/>
          <ac:grpSpMkLst>
            <pc:docMk/>
            <pc:sldMk cId="1012589482" sldId="325"/>
            <ac:grpSpMk id="200" creationId="{DB4A24E2-8583-2463-0D37-6288063800D6}"/>
          </ac:grpSpMkLst>
        </pc:grpChg>
        <pc:grpChg chg="add mod">
          <ac:chgData name="Luís Paulo Peixoto Santos" userId="1bcb44e7-5d82-436c-b2eb-8036fed75eb8" providerId="ADAL" clId="{10CBD472-44B5-5CDB-B0A6-8736312077FE}" dt="2026-03-12T10:02:46.289" v="7064" actId="164"/>
          <ac:grpSpMkLst>
            <pc:docMk/>
            <pc:sldMk cId="1012589482" sldId="325"/>
            <ac:grpSpMk id="206" creationId="{D7C6AD5C-2181-21E6-0B1F-5654C273172D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211" creationId="{5E174F69-73A0-A148-672E-4DAACD111523}"/>
          </ac:grpSpMkLst>
        </pc:grpChg>
        <pc:grpChg chg="add mod">
          <ac:chgData name="Luís Paulo Peixoto Santos" userId="1bcb44e7-5d82-436c-b2eb-8036fed75eb8" providerId="ADAL" clId="{10CBD472-44B5-5CDB-B0A6-8736312077FE}" dt="2026-03-12T09:57:46.632" v="7024" actId="164"/>
          <ac:grpSpMkLst>
            <pc:docMk/>
            <pc:sldMk cId="1012589482" sldId="325"/>
            <ac:grpSpMk id="218" creationId="{D59DC1F9-8069-B3EF-24B4-5388CD675DB8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226" creationId="{C5C9013A-C3BC-30BD-581B-8156A4D23E95}"/>
          </ac:grpSpMkLst>
        </pc:grpChg>
        <pc:grpChg chg="add mod">
          <ac:chgData name="Luís Paulo Peixoto Santos" userId="1bcb44e7-5d82-436c-b2eb-8036fed75eb8" providerId="ADAL" clId="{10CBD472-44B5-5CDB-B0A6-8736312077FE}" dt="2026-03-12T09:59:49.537" v="7059" actId="164"/>
          <ac:grpSpMkLst>
            <pc:docMk/>
            <pc:sldMk cId="1012589482" sldId="325"/>
            <ac:grpSpMk id="227" creationId="{33BD3688-10EC-BAA1-CB13-6AD34DD8F061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228" creationId="{4DA556B6-EC2F-DA43-8A60-984BA1B75CC5}"/>
          </ac:grpSpMkLst>
        </pc:grpChg>
        <pc:grpChg chg="add mod">
          <ac:chgData name="Luís Paulo Peixoto Santos" userId="1bcb44e7-5d82-436c-b2eb-8036fed75eb8" providerId="ADAL" clId="{10CBD472-44B5-5CDB-B0A6-8736312077FE}" dt="2026-03-12T10:03:29.572" v="7066" actId="165"/>
          <ac:grpSpMkLst>
            <pc:docMk/>
            <pc:sldMk cId="1012589482" sldId="325"/>
            <ac:grpSpMk id="229" creationId="{278F6BF5-B75F-9F6B-F8AD-4B1B255C2E4E}"/>
          </ac:grpSpMkLst>
        </pc:grpChg>
        <pc:grpChg chg="add mod topLvl">
          <ac:chgData name="Luís Paulo Peixoto Santos" userId="1bcb44e7-5d82-436c-b2eb-8036fed75eb8" providerId="ADAL" clId="{10CBD472-44B5-5CDB-B0A6-8736312077FE}" dt="2026-03-12T10:03:50.435" v="7070" actId="164"/>
          <ac:grpSpMkLst>
            <pc:docMk/>
            <pc:sldMk cId="1012589482" sldId="325"/>
            <ac:grpSpMk id="230" creationId="{DB4DDEE1-C5E8-6BD1-BC8F-2BD5B4BF03CC}"/>
          </ac:grpSpMkLst>
        </pc:grpChg>
        <pc:grpChg chg="add mod">
          <ac:chgData name="Luís Paulo Peixoto Santos" userId="1bcb44e7-5d82-436c-b2eb-8036fed75eb8" providerId="ADAL" clId="{10CBD472-44B5-5CDB-B0A6-8736312077FE}" dt="2026-03-12T10:03:50.435" v="7070" actId="164"/>
          <ac:grpSpMkLst>
            <pc:docMk/>
            <pc:sldMk cId="1012589482" sldId="325"/>
            <ac:grpSpMk id="231" creationId="{B136C160-8833-89B9-415D-FA87A6A0ACCF}"/>
          </ac:grpSpMkLst>
        </pc:grpChg>
        <pc:grpChg chg="add mod">
          <ac:chgData name="Luís Paulo Peixoto Santos" userId="1bcb44e7-5d82-436c-b2eb-8036fed75eb8" providerId="ADAL" clId="{10CBD472-44B5-5CDB-B0A6-8736312077FE}" dt="2026-03-12T10:08:09.347" v="7095" actId="164"/>
          <ac:grpSpMkLst>
            <pc:docMk/>
            <pc:sldMk cId="1012589482" sldId="325"/>
            <ac:grpSpMk id="234" creationId="{D1237130-15BC-96CF-71AE-A93BF00A8912}"/>
          </ac:grpSpMkLst>
        </pc:grpChg>
        <pc:grpChg chg="add mod">
          <ac:chgData name="Luís Paulo Peixoto Santos" userId="1bcb44e7-5d82-436c-b2eb-8036fed75eb8" providerId="ADAL" clId="{10CBD472-44B5-5CDB-B0A6-8736312077FE}" dt="2026-03-12T10:17:02.704" v="7171" actId="164"/>
          <ac:grpSpMkLst>
            <pc:docMk/>
            <pc:sldMk cId="1012589482" sldId="325"/>
            <ac:grpSpMk id="238" creationId="{90AC4A0E-98DF-AFF7-6520-6E3340976C6A}"/>
          </ac:grpSpMkLst>
        </pc:grpChg>
        <pc:grpChg chg="add mod">
          <ac:chgData name="Luís Paulo Peixoto Santos" userId="1bcb44e7-5d82-436c-b2eb-8036fed75eb8" providerId="ADAL" clId="{10CBD472-44B5-5CDB-B0A6-8736312077FE}" dt="2026-03-12T10:17:08.265" v="7172" actId="167"/>
          <ac:grpSpMkLst>
            <pc:docMk/>
            <pc:sldMk cId="1012589482" sldId="325"/>
            <ac:grpSpMk id="245" creationId="{50314DA9-AA55-C956-7564-A0A5AA4EED4E}"/>
          </ac:grpSpMkLst>
        </pc:grpChg>
        <pc:cxnChg chg="mod">
          <ac:chgData name="Luís Paulo Peixoto Santos" userId="1bcb44e7-5d82-436c-b2eb-8036fed75eb8" providerId="ADAL" clId="{10CBD472-44B5-5CDB-B0A6-8736312077FE}" dt="2026-03-12T09:54:58.797" v="7012" actId="1582"/>
          <ac:cxnSpMkLst>
            <pc:docMk/>
            <pc:sldMk cId="1012589482" sldId="325"/>
            <ac:cxnSpMk id="26" creationId="{54609BA3-1C07-48CD-3E39-3556FC8A7239}"/>
          </ac:cxnSpMkLst>
        </pc:cxnChg>
        <pc:cxnChg chg="mod">
          <ac:chgData name="Luís Paulo Peixoto Santos" userId="1bcb44e7-5d82-436c-b2eb-8036fed75eb8" providerId="ADAL" clId="{10CBD472-44B5-5CDB-B0A6-8736312077FE}" dt="2026-03-12T09:54:58.797" v="7012" actId="1582"/>
          <ac:cxnSpMkLst>
            <pc:docMk/>
            <pc:sldMk cId="1012589482" sldId="325"/>
            <ac:cxnSpMk id="30" creationId="{5D9D0812-D5B3-252A-408F-435606B5CB27}"/>
          </ac:cxnSpMkLst>
        </pc:cxnChg>
        <pc:cxnChg chg="mod">
          <ac:chgData name="Luís Paulo Peixoto Santos" userId="1bcb44e7-5d82-436c-b2eb-8036fed75eb8" providerId="ADAL" clId="{10CBD472-44B5-5CDB-B0A6-8736312077FE}" dt="2026-03-12T09:54:58.797" v="7012" actId="1582"/>
          <ac:cxnSpMkLst>
            <pc:docMk/>
            <pc:sldMk cId="1012589482" sldId="325"/>
            <ac:cxnSpMk id="32" creationId="{0D030922-23F5-6E72-5C77-77C928D4EEDE}"/>
          </ac:cxnSpMkLst>
        </pc:cxnChg>
        <pc:cxnChg chg="mod">
          <ac:chgData name="Luís Paulo Peixoto Santos" userId="1bcb44e7-5d82-436c-b2eb-8036fed75eb8" providerId="ADAL" clId="{10CBD472-44B5-5CDB-B0A6-8736312077FE}" dt="2026-03-12T09:54:58.797" v="7012" actId="1582"/>
          <ac:cxnSpMkLst>
            <pc:docMk/>
            <pc:sldMk cId="1012589482" sldId="325"/>
            <ac:cxnSpMk id="34" creationId="{CA93CD74-0802-8192-77D0-F54C9A6C0D9A}"/>
          </ac:cxnSpMkLst>
        </pc:cxnChg>
        <pc:cxnChg chg="mod">
          <ac:chgData name="Luís Paulo Peixoto Santos" userId="1bcb44e7-5d82-436c-b2eb-8036fed75eb8" providerId="ADAL" clId="{10CBD472-44B5-5CDB-B0A6-8736312077FE}" dt="2026-03-12T09:51:16.804" v="6983" actId="1582"/>
          <ac:cxnSpMkLst>
            <pc:docMk/>
            <pc:sldMk cId="1012589482" sldId="325"/>
            <ac:cxnSpMk id="35" creationId="{16955CDD-1497-9C89-3E3A-B80362F14C94}"/>
          </ac:cxnSpMkLst>
        </pc:cxnChg>
        <pc:cxnChg chg="mod">
          <ac:chgData name="Luís Paulo Peixoto Santos" userId="1bcb44e7-5d82-436c-b2eb-8036fed75eb8" providerId="ADAL" clId="{10CBD472-44B5-5CDB-B0A6-8736312077FE}" dt="2026-03-12T09:51:22.301" v="6984" actId="1582"/>
          <ac:cxnSpMkLst>
            <pc:docMk/>
            <pc:sldMk cId="1012589482" sldId="325"/>
            <ac:cxnSpMk id="36" creationId="{E3EBFC0C-86E8-D06C-E487-E1FA5E85FF5E}"/>
          </ac:cxnSpMkLst>
        </pc:cxnChg>
        <pc:cxnChg chg="mod">
          <ac:chgData name="Luís Paulo Peixoto Santos" userId="1bcb44e7-5d82-436c-b2eb-8036fed75eb8" providerId="ADAL" clId="{10CBD472-44B5-5CDB-B0A6-8736312077FE}" dt="2026-03-12T09:54:58.797" v="7012" actId="1582"/>
          <ac:cxnSpMkLst>
            <pc:docMk/>
            <pc:sldMk cId="1012589482" sldId="325"/>
            <ac:cxnSpMk id="37" creationId="{5C30E4FF-8111-BFF9-36E0-75E5AEB40742}"/>
          </ac:cxnSpMkLst>
        </pc:cxnChg>
        <pc:cxnChg chg="mod">
          <ac:chgData name="Luís Paulo Peixoto Santos" userId="1bcb44e7-5d82-436c-b2eb-8036fed75eb8" providerId="ADAL" clId="{10CBD472-44B5-5CDB-B0A6-8736312077FE}" dt="2026-03-12T09:54:58.797" v="7012" actId="1582"/>
          <ac:cxnSpMkLst>
            <pc:docMk/>
            <pc:sldMk cId="1012589482" sldId="325"/>
            <ac:cxnSpMk id="38" creationId="{06E033A9-6388-4069-F1B2-70C75742DEA4}"/>
          </ac:cxnSpMkLst>
        </pc:cxnChg>
        <pc:cxnChg chg="mod">
          <ac:chgData name="Luís Paulo Peixoto Santos" userId="1bcb44e7-5d82-436c-b2eb-8036fed75eb8" providerId="ADAL" clId="{10CBD472-44B5-5CDB-B0A6-8736312077FE}" dt="2026-03-12T09:45:01.864" v="6941"/>
          <ac:cxnSpMkLst>
            <pc:docMk/>
            <pc:sldMk cId="1012589482" sldId="325"/>
            <ac:cxnSpMk id="40" creationId="{54A02F8D-F049-D8E0-F019-9ED76A39EFB8}"/>
          </ac:cxnSpMkLst>
        </pc:cxnChg>
        <pc:cxnChg chg="mod">
          <ac:chgData name="Luís Paulo Peixoto Santos" userId="1bcb44e7-5d82-436c-b2eb-8036fed75eb8" providerId="ADAL" clId="{10CBD472-44B5-5CDB-B0A6-8736312077FE}" dt="2026-03-12T09:45:01.864" v="6941"/>
          <ac:cxnSpMkLst>
            <pc:docMk/>
            <pc:sldMk cId="1012589482" sldId="325"/>
            <ac:cxnSpMk id="41" creationId="{A3458389-F3C7-1B7D-049C-EF7B6885535D}"/>
          </ac:cxnSpMkLst>
        </pc:cxnChg>
        <pc:cxnChg chg="mod">
          <ac:chgData name="Luís Paulo Peixoto Santos" userId="1bcb44e7-5d82-436c-b2eb-8036fed75eb8" providerId="ADAL" clId="{10CBD472-44B5-5CDB-B0A6-8736312077FE}" dt="2026-03-12T09:52:06.512" v="6987" actId="167"/>
          <ac:cxnSpMkLst>
            <pc:docMk/>
            <pc:sldMk cId="1012589482" sldId="325"/>
            <ac:cxnSpMk id="42" creationId="{429B1E43-E698-EAD5-7D71-432F225E207F}"/>
          </ac:cxnSpMkLst>
        </pc:cxnChg>
        <pc:cxnChg chg="mod">
          <ac:chgData name="Luís Paulo Peixoto Santos" userId="1bcb44e7-5d82-436c-b2eb-8036fed75eb8" providerId="ADAL" clId="{10CBD472-44B5-5CDB-B0A6-8736312077FE}" dt="2026-03-12T09:51:46.084" v="6985" actId="1582"/>
          <ac:cxnSpMkLst>
            <pc:docMk/>
            <pc:sldMk cId="1012589482" sldId="325"/>
            <ac:cxnSpMk id="44" creationId="{58BFE626-B4FA-BD87-8B25-89DD1CE636F8}"/>
          </ac:cxnSpMkLst>
        </pc:cxnChg>
        <pc:cxnChg chg="mod">
          <ac:chgData name="Luís Paulo Peixoto Santos" userId="1bcb44e7-5d82-436c-b2eb-8036fed75eb8" providerId="ADAL" clId="{10CBD472-44B5-5CDB-B0A6-8736312077FE}" dt="2026-03-12T09:45:01.864" v="6941"/>
          <ac:cxnSpMkLst>
            <pc:docMk/>
            <pc:sldMk cId="1012589482" sldId="325"/>
            <ac:cxnSpMk id="45" creationId="{2A9E11FC-0644-BA82-236A-0966F37DAF82}"/>
          </ac:cxnSpMkLst>
        </pc:cxnChg>
        <pc:cxnChg chg="mod">
          <ac:chgData name="Luís Paulo Peixoto Santos" userId="1bcb44e7-5d82-436c-b2eb-8036fed75eb8" providerId="ADAL" clId="{10CBD472-44B5-5CDB-B0A6-8736312077FE}" dt="2026-03-12T09:51:46.084" v="6985" actId="1582"/>
          <ac:cxnSpMkLst>
            <pc:docMk/>
            <pc:sldMk cId="1012589482" sldId="325"/>
            <ac:cxnSpMk id="47" creationId="{9E16837B-C09D-D281-41B2-4BD687F44399}"/>
          </ac:cxnSpMkLst>
        </pc:cxnChg>
        <pc:cxnChg chg="mod">
          <ac:chgData name="Luís Paulo Peixoto Santos" userId="1bcb44e7-5d82-436c-b2eb-8036fed75eb8" providerId="ADAL" clId="{10CBD472-44B5-5CDB-B0A6-8736312077FE}" dt="2026-03-12T09:45:34.015" v="6944"/>
          <ac:cxnSpMkLst>
            <pc:docMk/>
            <pc:sldMk cId="1012589482" sldId="325"/>
            <ac:cxnSpMk id="49" creationId="{67C2D36E-4B4A-7623-67F4-A36E561A4E4E}"/>
          </ac:cxnSpMkLst>
        </pc:cxnChg>
        <pc:cxnChg chg="mod">
          <ac:chgData name="Luís Paulo Peixoto Santos" userId="1bcb44e7-5d82-436c-b2eb-8036fed75eb8" providerId="ADAL" clId="{10CBD472-44B5-5CDB-B0A6-8736312077FE}" dt="2026-03-12T09:45:34.015" v="6944"/>
          <ac:cxnSpMkLst>
            <pc:docMk/>
            <pc:sldMk cId="1012589482" sldId="325"/>
            <ac:cxnSpMk id="50" creationId="{DB43DB03-F1F8-2C57-B702-1AFAE01E12C4}"/>
          </ac:cxnSpMkLst>
        </pc:cxnChg>
        <pc:cxnChg chg="mod">
          <ac:chgData name="Luís Paulo Peixoto Santos" userId="1bcb44e7-5d82-436c-b2eb-8036fed75eb8" providerId="ADAL" clId="{10CBD472-44B5-5CDB-B0A6-8736312077FE}" dt="2026-03-12T09:45:34.015" v="6944"/>
          <ac:cxnSpMkLst>
            <pc:docMk/>
            <pc:sldMk cId="1012589482" sldId="325"/>
            <ac:cxnSpMk id="51" creationId="{07848E89-CECD-C87D-9441-5D58199EB042}"/>
          </ac:cxnSpMkLst>
        </pc:cxnChg>
        <pc:cxnChg chg="mod">
          <ac:chgData name="Luís Paulo Peixoto Santos" userId="1bcb44e7-5d82-436c-b2eb-8036fed75eb8" providerId="ADAL" clId="{10CBD472-44B5-5CDB-B0A6-8736312077FE}" dt="2026-03-12T09:51:02.916" v="6981" actId="1582"/>
          <ac:cxnSpMkLst>
            <pc:docMk/>
            <pc:sldMk cId="1012589482" sldId="325"/>
            <ac:cxnSpMk id="57" creationId="{98A8771F-67A9-9FB5-6E7C-47D7E2A4C37A}"/>
          </ac:cxnSpMkLst>
        </pc:cxnChg>
        <pc:cxnChg chg="mod">
          <ac:chgData name="Luís Paulo Peixoto Santos" userId="1bcb44e7-5d82-436c-b2eb-8036fed75eb8" providerId="ADAL" clId="{10CBD472-44B5-5CDB-B0A6-8736312077FE}" dt="2026-03-12T10:01:04.181" v="7063" actId="1582"/>
          <ac:cxnSpMkLst>
            <pc:docMk/>
            <pc:sldMk cId="1012589482" sldId="325"/>
            <ac:cxnSpMk id="58" creationId="{88BEC6E6-21EE-A6C9-7C32-345194E5E780}"/>
          </ac:cxnSpMkLst>
        </pc:cxnChg>
        <pc:cxnChg chg="mod">
          <ac:chgData name="Luís Paulo Peixoto Santos" userId="1bcb44e7-5d82-436c-b2eb-8036fed75eb8" providerId="ADAL" clId="{10CBD472-44B5-5CDB-B0A6-8736312077FE}" dt="2026-03-12T10:02:46.289" v="7064" actId="164"/>
          <ac:cxnSpMkLst>
            <pc:docMk/>
            <pc:sldMk cId="1012589482" sldId="325"/>
            <ac:cxnSpMk id="59" creationId="{D29869AD-5E43-8767-09FD-860DBD289031}"/>
          </ac:cxnSpMkLst>
        </pc:cxnChg>
        <pc:cxnChg chg="mod">
          <ac:chgData name="Luís Paulo Peixoto Santos" userId="1bcb44e7-5d82-436c-b2eb-8036fed75eb8" providerId="ADAL" clId="{10CBD472-44B5-5CDB-B0A6-8736312077FE}" dt="2026-03-12T10:01:04.181" v="7063" actId="1582"/>
          <ac:cxnSpMkLst>
            <pc:docMk/>
            <pc:sldMk cId="1012589482" sldId="325"/>
            <ac:cxnSpMk id="60" creationId="{07D573C2-AF56-E012-5A65-DB70C9BB5ED5}"/>
          </ac:cxnSpMkLst>
        </pc:cxnChg>
        <pc:cxnChg chg="mod">
          <ac:chgData name="Luís Paulo Peixoto Santos" userId="1bcb44e7-5d82-436c-b2eb-8036fed75eb8" providerId="ADAL" clId="{10CBD472-44B5-5CDB-B0A6-8736312077FE}" dt="2026-03-12T09:52:46.365" v="6989" actId="1582"/>
          <ac:cxnSpMkLst>
            <pc:docMk/>
            <pc:sldMk cId="1012589482" sldId="325"/>
            <ac:cxnSpMk id="61" creationId="{4D75CBC4-B771-6745-FD1F-E17FB9D4EA78}"/>
          </ac:cxnSpMkLst>
        </pc:cxnChg>
        <pc:cxnChg chg="mod">
          <ac:chgData name="Luís Paulo Peixoto Santos" userId="1bcb44e7-5d82-436c-b2eb-8036fed75eb8" providerId="ADAL" clId="{10CBD472-44B5-5CDB-B0A6-8736312077FE}" dt="2026-03-12T10:02:46.289" v="7064" actId="164"/>
          <ac:cxnSpMkLst>
            <pc:docMk/>
            <pc:sldMk cId="1012589482" sldId="325"/>
            <ac:cxnSpMk id="62" creationId="{38F942A5-5E79-C2F2-DDB6-864F0E22C15C}"/>
          </ac:cxnSpMkLst>
        </pc:cxnChg>
        <pc:cxnChg chg="mod">
          <ac:chgData name="Luís Paulo Peixoto Santos" userId="1bcb44e7-5d82-436c-b2eb-8036fed75eb8" providerId="ADAL" clId="{10CBD472-44B5-5CDB-B0A6-8736312077FE}" dt="2026-03-12T10:02:46.289" v="7064" actId="164"/>
          <ac:cxnSpMkLst>
            <pc:docMk/>
            <pc:sldMk cId="1012589482" sldId="325"/>
            <ac:cxnSpMk id="63" creationId="{E34F6863-CBD6-6E81-87F3-08A0BA4B5144}"/>
          </ac:cxnSpMkLst>
        </pc:cxnChg>
        <pc:cxnChg chg="mod">
          <ac:chgData name="Luís Paulo Peixoto Santos" userId="1bcb44e7-5d82-436c-b2eb-8036fed75eb8" providerId="ADAL" clId="{10CBD472-44B5-5CDB-B0A6-8736312077FE}" dt="2026-03-12T09:51:46.084" v="6985" actId="1582"/>
          <ac:cxnSpMkLst>
            <pc:docMk/>
            <pc:sldMk cId="1012589482" sldId="325"/>
            <ac:cxnSpMk id="65" creationId="{9A4D4B8A-9822-7DFE-284F-744EFF9CD0A4}"/>
          </ac:cxnSpMkLst>
        </pc:cxnChg>
        <pc:cxnChg chg="mod">
          <ac:chgData name="Luís Paulo Peixoto Santos" userId="1bcb44e7-5d82-436c-b2eb-8036fed75eb8" providerId="ADAL" clId="{10CBD472-44B5-5CDB-B0A6-8736312077FE}" dt="2026-03-12T09:46:04.967" v="6949"/>
          <ac:cxnSpMkLst>
            <pc:docMk/>
            <pc:sldMk cId="1012589482" sldId="325"/>
            <ac:cxnSpMk id="67" creationId="{ACAC315D-22DE-CD5C-1611-5F1E9131E4EE}"/>
          </ac:cxnSpMkLst>
        </pc:cxnChg>
        <pc:cxnChg chg="mod">
          <ac:chgData name="Luís Paulo Peixoto Santos" userId="1bcb44e7-5d82-436c-b2eb-8036fed75eb8" providerId="ADAL" clId="{10CBD472-44B5-5CDB-B0A6-8736312077FE}" dt="2026-03-12T09:46:04.967" v="6949"/>
          <ac:cxnSpMkLst>
            <pc:docMk/>
            <pc:sldMk cId="1012589482" sldId="325"/>
            <ac:cxnSpMk id="68" creationId="{C87017F6-68B1-8EA2-EFDF-7C0887059EEC}"/>
          </ac:cxnSpMkLst>
        </pc:cxnChg>
        <pc:cxnChg chg="mod">
          <ac:chgData name="Luís Paulo Peixoto Santos" userId="1bcb44e7-5d82-436c-b2eb-8036fed75eb8" providerId="ADAL" clId="{10CBD472-44B5-5CDB-B0A6-8736312077FE}" dt="2026-03-12T09:51:02.916" v="6981" actId="1582"/>
          <ac:cxnSpMkLst>
            <pc:docMk/>
            <pc:sldMk cId="1012589482" sldId="325"/>
            <ac:cxnSpMk id="69" creationId="{17B36172-8604-ED99-5A68-45F962B41807}"/>
          </ac:cxnSpMkLst>
        </pc:cxnChg>
        <pc:cxnChg chg="mod">
          <ac:chgData name="Luís Paulo Peixoto Santos" userId="1bcb44e7-5d82-436c-b2eb-8036fed75eb8" providerId="ADAL" clId="{10CBD472-44B5-5CDB-B0A6-8736312077FE}" dt="2026-03-12T10:08:09.347" v="7095" actId="164"/>
          <ac:cxnSpMkLst>
            <pc:docMk/>
            <pc:sldMk cId="1012589482" sldId="325"/>
            <ac:cxnSpMk id="70" creationId="{F381E9A3-E3D6-A715-CC4D-71EEB6D6B574}"/>
          </ac:cxnSpMkLst>
        </pc:cxnChg>
        <pc:cxnChg chg="mod">
          <ac:chgData name="Luís Paulo Peixoto Santos" userId="1bcb44e7-5d82-436c-b2eb-8036fed75eb8" providerId="ADAL" clId="{10CBD472-44B5-5CDB-B0A6-8736312077FE}" dt="2026-03-12T09:51:02.916" v="6981" actId="1582"/>
          <ac:cxnSpMkLst>
            <pc:docMk/>
            <pc:sldMk cId="1012589482" sldId="325"/>
            <ac:cxnSpMk id="71" creationId="{8DB4EFFF-8D76-B52C-6B50-62D4B75425F6}"/>
          </ac:cxnSpMkLst>
        </pc:cxnChg>
        <pc:cxnChg chg="mod">
          <ac:chgData name="Luís Paulo Peixoto Santos" userId="1bcb44e7-5d82-436c-b2eb-8036fed75eb8" providerId="ADAL" clId="{10CBD472-44B5-5CDB-B0A6-8736312077FE}" dt="2026-03-12T09:51:02.916" v="6981" actId="1582"/>
          <ac:cxnSpMkLst>
            <pc:docMk/>
            <pc:sldMk cId="1012589482" sldId="325"/>
            <ac:cxnSpMk id="72" creationId="{F2C3058C-C642-0DF5-F707-29E0A60C41B5}"/>
          </ac:cxnSpMkLst>
        </pc:cxnChg>
        <pc:cxnChg chg="mod">
          <ac:chgData name="Luís Paulo Peixoto Santos" userId="1bcb44e7-5d82-436c-b2eb-8036fed75eb8" providerId="ADAL" clId="{10CBD472-44B5-5CDB-B0A6-8736312077FE}" dt="2026-03-12T10:00:14.438" v="7061" actId="164"/>
          <ac:cxnSpMkLst>
            <pc:docMk/>
            <pc:sldMk cId="1012589482" sldId="325"/>
            <ac:cxnSpMk id="73" creationId="{717EA1C8-FD5C-1F3A-D93B-4D6E7C9E40AF}"/>
          </ac:cxnSpMkLst>
        </pc:cxnChg>
        <pc:cxnChg chg="mod">
          <ac:chgData name="Luís Paulo Peixoto Santos" userId="1bcb44e7-5d82-436c-b2eb-8036fed75eb8" providerId="ADAL" clId="{10CBD472-44B5-5CDB-B0A6-8736312077FE}" dt="2026-03-12T09:51:02.916" v="6981" actId="1582"/>
          <ac:cxnSpMkLst>
            <pc:docMk/>
            <pc:sldMk cId="1012589482" sldId="325"/>
            <ac:cxnSpMk id="74" creationId="{C44A6019-A8D2-9537-B67A-A85E95F18DE2}"/>
          </ac:cxnSpMkLst>
        </pc:cxnChg>
        <pc:cxnChg chg="mod">
          <ac:chgData name="Luís Paulo Peixoto Santos" userId="1bcb44e7-5d82-436c-b2eb-8036fed75eb8" providerId="ADAL" clId="{10CBD472-44B5-5CDB-B0A6-8736312077FE}" dt="2026-03-12T09:46:04.967" v="6949"/>
          <ac:cxnSpMkLst>
            <pc:docMk/>
            <pc:sldMk cId="1012589482" sldId="325"/>
            <ac:cxnSpMk id="75" creationId="{AB57EFCE-027A-BEEB-159C-B0A81FD7A74D}"/>
          </ac:cxnSpMkLst>
        </pc:cxnChg>
        <pc:cxnChg chg="mod">
          <ac:chgData name="Luís Paulo Peixoto Santos" userId="1bcb44e7-5d82-436c-b2eb-8036fed75eb8" providerId="ADAL" clId="{10CBD472-44B5-5CDB-B0A6-8736312077FE}" dt="2026-03-12T09:51:46.084" v="6985" actId="1582"/>
          <ac:cxnSpMkLst>
            <pc:docMk/>
            <pc:sldMk cId="1012589482" sldId="325"/>
            <ac:cxnSpMk id="76" creationId="{49FEDBE6-18B4-DB32-E3A7-1BC4ECB8E996}"/>
          </ac:cxnSpMkLst>
        </pc:cxnChg>
        <pc:cxnChg chg="mod">
          <ac:chgData name="Luís Paulo Peixoto Santos" userId="1bcb44e7-5d82-436c-b2eb-8036fed75eb8" providerId="ADAL" clId="{10CBD472-44B5-5CDB-B0A6-8736312077FE}" dt="2026-03-12T09:46:29.475" v="6952"/>
          <ac:cxnSpMkLst>
            <pc:docMk/>
            <pc:sldMk cId="1012589482" sldId="325"/>
            <ac:cxnSpMk id="78" creationId="{950B9090-0F3C-E5FC-0E9A-22DF72F2767F}"/>
          </ac:cxnSpMkLst>
        </pc:cxnChg>
        <pc:cxnChg chg="mod">
          <ac:chgData name="Luís Paulo Peixoto Santos" userId="1bcb44e7-5d82-436c-b2eb-8036fed75eb8" providerId="ADAL" clId="{10CBD472-44B5-5CDB-B0A6-8736312077FE}" dt="2026-03-12T09:51:46.084" v="6985" actId="1582"/>
          <ac:cxnSpMkLst>
            <pc:docMk/>
            <pc:sldMk cId="1012589482" sldId="325"/>
            <ac:cxnSpMk id="79" creationId="{B6048158-FEEB-D948-720F-45A366DD04FA}"/>
          </ac:cxnSpMkLst>
        </pc:cxnChg>
        <pc:cxnChg chg="mod">
          <ac:chgData name="Luís Paulo Peixoto Santos" userId="1bcb44e7-5d82-436c-b2eb-8036fed75eb8" providerId="ADAL" clId="{10CBD472-44B5-5CDB-B0A6-8736312077FE}" dt="2026-03-12T09:51:46.084" v="6985" actId="1582"/>
          <ac:cxnSpMkLst>
            <pc:docMk/>
            <pc:sldMk cId="1012589482" sldId="325"/>
            <ac:cxnSpMk id="80" creationId="{71766355-88E9-3538-3B3D-965D1FF64B9E}"/>
          </ac:cxnSpMkLst>
        </pc:cxnChg>
        <pc:cxnChg chg="mod">
          <ac:chgData name="Luís Paulo Peixoto Santos" userId="1bcb44e7-5d82-436c-b2eb-8036fed75eb8" providerId="ADAL" clId="{10CBD472-44B5-5CDB-B0A6-8736312077FE}" dt="2026-03-12T09:51:46.084" v="6985" actId="1582"/>
          <ac:cxnSpMkLst>
            <pc:docMk/>
            <pc:sldMk cId="1012589482" sldId="325"/>
            <ac:cxnSpMk id="83" creationId="{82FC90AD-C94A-D70D-8622-A232183CAFB5}"/>
          </ac:cxnSpMkLst>
        </pc:cxnChg>
        <pc:cxnChg chg="mod">
          <ac:chgData name="Luís Paulo Peixoto Santos" userId="1bcb44e7-5d82-436c-b2eb-8036fed75eb8" providerId="ADAL" clId="{10CBD472-44B5-5CDB-B0A6-8736312077FE}" dt="2026-03-12T09:47:13.752" v="6955"/>
          <ac:cxnSpMkLst>
            <pc:docMk/>
            <pc:sldMk cId="1012589482" sldId="325"/>
            <ac:cxnSpMk id="84" creationId="{72CA702B-B6A7-FFA1-B46E-EE2396DFEC5B}"/>
          </ac:cxnSpMkLst>
        </pc:cxnChg>
        <pc:cxnChg chg="add mod">
          <ac:chgData name="Luís Paulo Peixoto Santos" userId="1bcb44e7-5d82-436c-b2eb-8036fed75eb8" providerId="ADAL" clId="{10CBD472-44B5-5CDB-B0A6-8736312077FE}" dt="2026-03-12T09:50:33.739" v="6979" actId="1582"/>
          <ac:cxnSpMkLst>
            <pc:docMk/>
            <pc:sldMk cId="1012589482" sldId="325"/>
            <ac:cxnSpMk id="86" creationId="{C6001DC2-247F-7877-A044-027BA09C893E}"/>
          </ac:cxnSpMkLst>
        </pc:cxnChg>
        <pc:cxnChg chg="add mod">
          <ac:chgData name="Luís Paulo Peixoto Santos" userId="1bcb44e7-5d82-436c-b2eb-8036fed75eb8" providerId="ADAL" clId="{10CBD472-44B5-5CDB-B0A6-8736312077FE}" dt="2026-03-12T09:50:33.739" v="6979" actId="1582"/>
          <ac:cxnSpMkLst>
            <pc:docMk/>
            <pc:sldMk cId="1012589482" sldId="325"/>
            <ac:cxnSpMk id="87" creationId="{521A0553-AB06-17EA-85D2-0ABA61CB1A63}"/>
          </ac:cxnSpMkLst>
        </pc:cxnChg>
        <pc:cxnChg chg="add mod">
          <ac:chgData name="Luís Paulo Peixoto Santos" userId="1bcb44e7-5d82-436c-b2eb-8036fed75eb8" providerId="ADAL" clId="{10CBD472-44B5-5CDB-B0A6-8736312077FE}" dt="2026-03-12T09:50:33.739" v="6979" actId="1582"/>
          <ac:cxnSpMkLst>
            <pc:docMk/>
            <pc:sldMk cId="1012589482" sldId="325"/>
            <ac:cxnSpMk id="88" creationId="{575FF72A-D1B0-C780-816E-77FBC9DEB95C}"/>
          </ac:cxnSpMkLst>
        </pc:cxnChg>
        <pc:cxnChg chg="add mod">
          <ac:chgData name="Luís Paulo Peixoto Santos" userId="1bcb44e7-5d82-436c-b2eb-8036fed75eb8" providerId="ADAL" clId="{10CBD472-44B5-5CDB-B0A6-8736312077FE}" dt="2026-03-12T09:50:33.739" v="6979" actId="1582"/>
          <ac:cxnSpMkLst>
            <pc:docMk/>
            <pc:sldMk cId="1012589482" sldId="325"/>
            <ac:cxnSpMk id="89" creationId="{2D093260-F165-47EE-E715-90152913102B}"/>
          </ac:cxnSpMkLst>
        </pc:cxnChg>
        <pc:cxnChg chg="add mod">
          <ac:chgData name="Luís Paulo Peixoto Santos" userId="1bcb44e7-5d82-436c-b2eb-8036fed75eb8" providerId="ADAL" clId="{10CBD472-44B5-5CDB-B0A6-8736312077FE}" dt="2026-03-12T09:50:33.739" v="6979" actId="1582"/>
          <ac:cxnSpMkLst>
            <pc:docMk/>
            <pc:sldMk cId="1012589482" sldId="325"/>
            <ac:cxnSpMk id="107" creationId="{D98774AC-E69A-D801-7035-C96B6DDA899F}"/>
          </ac:cxnSpMkLst>
        </pc:cxnChg>
        <pc:cxnChg chg="add mod">
          <ac:chgData name="Luís Paulo Peixoto Santos" userId="1bcb44e7-5d82-436c-b2eb-8036fed75eb8" providerId="ADAL" clId="{10CBD472-44B5-5CDB-B0A6-8736312077FE}" dt="2026-03-12T09:50:33.739" v="6979" actId="1582"/>
          <ac:cxnSpMkLst>
            <pc:docMk/>
            <pc:sldMk cId="1012589482" sldId="325"/>
            <ac:cxnSpMk id="162" creationId="{7D143559-CDB6-003F-4A89-A716970DFC0C}"/>
          </ac:cxnSpMkLst>
        </pc:cxnChg>
        <pc:cxnChg chg="mod ord">
          <ac:chgData name="Luís Paulo Peixoto Santos" userId="1bcb44e7-5d82-436c-b2eb-8036fed75eb8" providerId="ADAL" clId="{10CBD472-44B5-5CDB-B0A6-8736312077FE}" dt="2026-03-12T09:59:29.582" v="7058" actId="164"/>
          <ac:cxnSpMkLst>
            <pc:docMk/>
            <pc:sldMk cId="1012589482" sldId="325"/>
            <ac:cxnSpMk id="163" creationId="{2D0779A7-7D87-E842-12A2-635F7CD1730E}"/>
          </ac:cxnSpMkLst>
        </pc:cxnChg>
        <pc:cxnChg chg="mod">
          <ac:chgData name="Luís Paulo Peixoto Santos" userId="1bcb44e7-5d82-436c-b2eb-8036fed75eb8" providerId="ADAL" clId="{10CBD472-44B5-5CDB-B0A6-8736312077FE}" dt="2026-03-12T09:53:02.144" v="6990"/>
          <ac:cxnSpMkLst>
            <pc:docMk/>
            <pc:sldMk cId="1012589482" sldId="325"/>
            <ac:cxnSpMk id="180" creationId="{B17B81BD-3646-F36C-94AF-F33693C412B1}"/>
          </ac:cxnSpMkLst>
        </pc:cxnChg>
        <pc:cxnChg chg="mod">
          <ac:chgData name="Luís Paulo Peixoto Santos" userId="1bcb44e7-5d82-436c-b2eb-8036fed75eb8" providerId="ADAL" clId="{10CBD472-44B5-5CDB-B0A6-8736312077FE}" dt="2026-03-12T09:53:02.144" v="6990"/>
          <ac:cxnSpMkLst>
            <pc:docMk/>
            <pc:sldMk cId="1012589482" sldId="325"/>
            <ac:cxnSpMk id="181" creationId="{A9F8C624-3108-8CAC-6808-ABB0B943CB06}"/>
          </ac:cxnSpMkLst>
        </pc:cxnChg>
        <pc:cxnChg chg="mod">
          <ac:chgData name="Luís Paulo Peixoto Santos" userId="1bcb44e7-5d82-436c-b2eb-8036fed75eb8" providerId="ADAL" clId="{10CBD472-44B5-5CDB-B0A6-8736312077FE}" dt="2026-03-12T09:53:02.144" v="6990"/>
          <ac:cxnSpMkLst>
            <pc:docMk/>
            <pc:sldMk cId="1012589482" sldId="325"/>
            <ac:cxnSpMk id="182" creationId="{E832F5B8-92D1-23A4-B32B-6CADB7020236}"/>
          </ac:cxnSpMkLst>
        </pc:cxnChg>
        <pc:cxnChg chg="mod">
          <ac:chgData name="Luís Paulo Peixoto Santos" userId="1bcb44e7-5d82-436c-b2eb-8036fed75eb8" providerId="ADAL" clId="{10CBD472-44B5-5CDB-B0A6-8736312077FE}" dt="2026-03-12T09:53:02.144" v="6990"/>
          <ac:cxnSpMkLst>
            <pc:docMk/>
            <pc:sldMk cId="1012589482" sldId="325"/>
            <ac:cxnSpMk id="183" creationId="{4C974B9E-94D4-453C-AE32-A630FF34FAF7}"/>
          </ac:cxnSpMkLst>
        </pc:cxnChg>
        <pc:cxnChg chg="mod">
          <ac:chgData name="Luís Paulo Peixoto Santos" userId="1bcb44e7-5d82-436c-b2eb-8036fed75eb8" providerId="ADAL" clId="{10CBD472-44B5-5CDB-B0A6-8736312077FE}" dt="2026-03-12T09:53:02.144" v="6990"/>
          <ac:cxnSpMkLst>
            <pc:docMk/>
            <pc:sldMk cId="1012589482" sldId="325"/>
            <ac:cxnSpMk id="184" creationId="{5A070FF6-4560-CDE3-4C72-0A8845D154FA}"/>
          </ac:cxnSpMkLst>
        </pc:cxnChg>
        <pc:cxnChg chg="mod">
          <ac:chgData name="Luís Paulo Peixoto Santos" userId="1bcb44e7-5d82-436c-b2eb-8036fed75eb8" providerId="ADAL" clId="{10CBD472-44B5-5CDB-B0A6-8736312077FE}" dt="2026-03-12T09:53:02.144" v="6990"/>
          <ac:cxnSpMkLst>
            <pc:docMk/>
            <pc:sldMk cId="1012589482" sldId="325"/>
            <ac:cxnSpMk id="185" creationId="{D0DC94A4-2792-CA17-802F-C4A7F27A53D3}"/>
          </ac:cxnSpMkLst>
        </pc:cxnChg>
        <pc:cxnChg chg="mod">
          <ac:chgData name="Luís Paulo Peixoto Santos" userId="1bcb44e7-5d82-436c-b2eb-8036fed75eb8" providerId="ADAL" clId="{10CBD472-44B5-5CDB-B0A6-8736312077FE}" dt="2026-03-12T09:53:13.560" v="6993"/>
          <ac:cxnSpMkLst>
            <pc:docMk/>
            <pc:sldMk cId="1012589482" sldId="325"/>
            <ac:cxnSpMk id="194" creationId="{AA4A65EF-82E3-65BE-DD44-538B02E98692}"/>
          </ac:cxnSpMkLst>
        </pc:cxnChg>
        <pc:cxnChg chg="mod">
          <ac:chgData name="Luís Paulo Peixoto Santos" userId="1bcb44e7-5d82-436c-b2eb-8036fed75eb8" providerId="ADAL" clId="{10CBD472-44B5-5CDB-B0A6-8736312077FE}" dt="2026-03-12T09:53:13.560" v="6993"/>
          <ac:cxnSpMkLst>
            <pc:docMk/>
            <pc:sldMk cId="1012589482" sldId="325"/>
            <ac:cxnSpMk id="195" creationId="{02568E87-175F-D367-9EF4-9257E5D2279A}"/>
          </ac:cxnSpMkLst>
        </pc:cxnChg>
        <pc:cxnChg chg="mod">
          <ac:chgData name="Luís Paulo Peixoto Santos" userId="1bcb44e7-5d82-436c-b2eb-8036fed75eb8" providerId="ADAL" clId="{10CBD472-44B5-5CDB-B0A6-8736312077FE}" dt="2026-03-12T09:53:13.560" v="6993"/>
          <ac:cxnSpMkLst>
            <pc:docMk/>
            <pc:sldMk cId="1012589482" sldId="325"/>
            <ac:cxnSpMk id="196" creationId="{400DB73D-B003-0D74-5C4B-1A51C692B11B}"/>
          </ac:cxnSpMkLst>
        </pc:cxnChg>
        <pc:cxnChg chg="mod">
          <ac:chgData name="Luís Paulo Peixoto Santos" userId="1bcb44e7-5d82-436c-b2eb-8036fed75eb8" providerId="ADAL" clId="{10CBD472-44B5-5CDB-B0A6-8736312077FE}" dt="2026-03-12T09:53:13.560" v="6993"/>
          <ac:cxnSpMkLst>
            <pc:docMk/>
            <pc:sldMk cId="1012589482" sldId="325"/>
            <ac:cxnSpMk id="197" creationId="{31FD90AF-A89E-129D-6AA1-98A54659E482}"/>
          </ac:cxnSpMkLst>
        </pc:cxnChg>
        <pc:cxnChg chg="mod">
          <ac:chgData name="Luís Paulo Peixoto Santos" userId="1bcb44e7-5d82-436c-b2eb-8036fed75eb8" providerId="ADAL" clId="{10CBD472-44B5-5CDB-B0A6-8736312077FE}" dt="2026-03-12T09:53:13.560" v="6993"/>
          <ac:cxnSpMkLst>
            <pc:docMk/>
            <pc:sldMk cId="1012589482" sldId="325"/>
            <ac:cxnSpMk id="198" creationId="{DB1BC01C-7F94-9230-4929-BC6A19F8D35D}"/>
          </ac:cxnSpMkLst>
        </pc:cxnChg>
        <pc:cxnChg chg="mod">
          <ac:chgData name="Luís Paulo Peixoto Santos" userId="1bcb44e7-5d82-436c-b2eb-8036fed75eb8" providerId="ADAL" clId="{10CBD472-44B5-5CDB-B0A6-8736312077FE}" dt="2026-03-12T09:53:21.699" v="6996"/>
          <ac:cxnSpMkLst>
            <pc:docMk/>
            <pc:sldMk cId="1012589482" sldId="325"/>
            <ac:cxnSpMk id="201" creationId="{77F105C6-7E00-2085-2938-5BCC1410AE62}"/>
          </ac:cxnSpMkLst>
        </pc:cxnChg>
        <pc:cxnChg chg="mod">
          <ac:chgData name="Luís Paulo Peixoto Santos" userId="1bcb44e7-5d82-436c-b2eb-8036fed75eb8" providerId="ADAL" clId="{10CBD472-44B5-5CDB-B0A6-8736312077FE}" dt="2026-03-12T09:53:21.699" v="6996"/>
          <ac:cxnSpMkLst>
            <pc:docMk/>
            <pc:sldMk cId="1012589482" sldId="325"/>
            <ac:cxnSpMk id="202" creationId="{E5D82519-5BFD-931E-DF73-5833A4D0413A}"/>
          </ac:cxnSpMkLst>
        </pc:cxnChg>
        <pc:cxnChg chg="mod">
          <ac:chgData name="Luís Paulo Peixoto Santos" userId="1bcb44e7-5d82-436c-b2eb-8036fed75eb8" providerId="ADAL" clId="{10CBD472-44B5-5CDB-B0A6-8736312077FE}" dt="2026-03-12T09:53:21.699" v="6996"/>
          <ac:cxnSpMkLst>
            <pc:docMk/>
            <pc:sldMk cId="1012589482" sldId="325"/>
            <ac:cxnSpMk id="203" creationId="{782AB5F5-92F9-3793-A89B-7F5752952308}"/>
          </ac:cxnSpMkLst>
        </pc:cxnChg>
        <pc:cxnChg chg="mod">
          <ac:chgData name="Luís Paulo Peixoto Santos" userId="1bcb44e7-5d82-436c-b2eb-8036fed75eb8" providerId="ADAL" clId="{10CBD472-44B5-5CDB-B0A6-8736312077FE}" dt="2026-03-12T09:53:21.699" v="6996"/>
          <ac:cxnSpMkLst>
            <pc:docMk/>
            <pc:sldMk cId="1012589482" sldId="325"/>
            <ac:cxnSpMk id="204" creationId="{716D041F-5DA7-60D3-A192-C15D97B78111}"/>
          </ac:cxnSpMkLst>
        </pc:cxnChg>
        <pc:cxnChg chg="mod">
          <ac:chgData name="Luís Paulo Peixoto Santos" userId="1bcb44e7-5d82-436c-b2eb-8036fed75eb8" providerId="ADAL" clId="{10CBD472-44B5-5CDB-B0A6-8736312077FE}" dt="2026-03-12T09:53:29.425" v="6999"/>
          <ac:cxnSpMkLst>
            <pc:docMk/>
            <pc:sldMk cId="1012589482" sldId="325"/>
            <ac:cxnSpMk id="207" creationId="{4FBAFAB6-0683-B67B-5023-93C5DE6A7AAB}"/>
          </ac:cxnSpMkLst>
        </pc:cxnChg>
        <pc:cxnChg chg="mod">
          <ac:chgData name="Luís Paulo Peixoto Santos" userId="1bcb44e7-5d82-436c-b2eb-8036fed75eb8" providerId="ADAL" clId="{10CBD472-44B5-5CDB-B0A6-8736312077FE}" dt="2026-03-12T09:53:29.425" v="6999"/>
          <ac:cxnSpMkLst>
            <pc:docMk/>
            <pc:sldMk cId="1012589482" sldId="325"/>
            <ac:cxnSpMk id="208" creationId="{6A56DDB3-F18A-784D-45C3-2C41EC42D349}"/>
          </ac:cxnSpMkLst>
        </pc:cxnChg>
        <pc:cxnChg chg="mod">
          <ac:chgData name="Luís Paulo Peixoto Santos" userId="1bcb44e7-5d82-436c-b2eb-8036fed75eb8" providerId="ADAL" clId="{10CBD472-44B5-5CDB-B0A6-8736312077FE}" dt="2026-03-12T09:53:29.425" v="6999"/>
          <ac:cxnSpMkLst>
            <pc:docMk/>
            <pc:sldMk cId="1012589482" sldId="325"/>
            <ac:cxnSpMk id="209" creationId="{E24805BF-AB45-DB2D-0A90-AB544219DD89}"/>
          </ac:cxnSpMkLst>
        </pc:cxnChg>
        <pc:cxnChg chg="mod">
          <ac:chgData name="Luís Paulo Peixoto Santos" userId="1bcb44e7-5d82-436c-b2eb-8036fed75eb8" providerId="ADAL" clId="{10CBD472-44B5-5CDB-B0A6-8736312077FE}" dt="2026-03-12T09:53:36.063" v="7002"/>
          <ac:cxnSpMkLst>
            <pc:docMk/>
            <pc:sldMk cId="1012589482" sldId="325"/>
            <ac:cxnSpMk id="213" creationId="{9322F17A-E9F6-CC0B-CB5C-BE8A1B4F6E74}"/>
          </ac:cxnSpMkLst>
        </pc:cxnChg>
        <pc:cxnChg chg="mod">
          <ac:chgData name="Luís Paulo Peixoto Santos" userId="1bcb44e7-5d82-436c-b2eb-8036fed75eb8" providerId="ADAL" clId="{10CBD472-44B5-5CDB-B0A6-8736312077FE}" dt="2026-03-12T09:53:36.063" v="7002"/>
          <ac:cxnSpMkLst>
            <pc:docMk/>
            <pc:sldMk cId="1012589482" sldId="325"/>
            <ac:cxnSpMk id="214" creationId="{D0343FDE-9FAD-4F1D-1B10-BF3B9170762B}"/>
          </ac:cxnSpMkLst>
        </pc:cxnChg>
        <pc:cxnChg chg="mod topLvl">
          <ac:chgData name="Luís Paulo Peixoto Santos" userId="1bcb44e7-5d82-436c-b2eb-8036fed75eb8" providerId="ADAL" clId="{10CBD472-44B5-5CDB-B0A6-8736312077FE}" dt="2026-03-12T10:02:46.289" v="7064" actId="164"/>
          <ac:cxnSpMkLst>
            <pc:docMk/>
            <pc:sldMk cId="1012589482" sldId="325"/>
            <ac:cxnSpMk id="216" creationId="{857A43ED-971F-A31C-E7F9-34D841AFC215}"/>
          </ac:cxnSpMkLst>
        </pc:cxnChg>
        <pc:cxnChg chg="mod">
          <ac:chgData name="Luís Paulo Peixoto Santos" userId="1bcb44e7-5d82-436c-b2eb-8036fed75eb8" providerId="ADAL" clId="{10CBD472-44B5-5CDB-B0A6-8736312077FE}" dt="2026-03-12T09:56:48.425" v="7021"/>
          <ac:cxnSpMkLst>
            <pc:docMk/>
            <pc:sldMk cId="1012589482" sldId="325"/>
            <ac:cxnSpMk id="219" creationId="{A625A137-F707-9D9A-1F5D-675B75EF156C}"/>
          </ac:cxnSpMkLst>
        </pc:cxnChg>
        <pc:cxnChg chg="mod">
          <ac:chgData name="Luís Paulo Peixoto Santos" userId="1bcb44e7-5d82-436c-b2eb-8036fed75eb8" providerId="ADAL" clId="{10CBD472-44B5-5CDB-B0A6-8736312077FE}" dt="2026-03-12T09:56:48.425" v="7021"/>
          <ac:cxnSpMkLst>
            <pc:docMk/>
            <pc:sldMk cId="1012589482" sldId="325"/>
            <ac:cxnSpMk id="220" creationId="{82B8C806-6C8E-03B9-1F37-8E9EC83AD406}"/>
          </ac:cxnSpMkLst>
        </pc:cxnChg>
        <pc:cxnChg chg="mod">
          <ac:chgData name="Luís Paulo Peixoto Santos" userId="1bcb44e7-5d82-436c-b2eb-8036fed75eb8" providerId="ADAL" clId="{10CBD472-44B5-5CDB-B0A6-8736312077FE}" dt="2026-03-12T09:56:48.425" v="7021"/>
          <ac:cxnSpMkLst>
            <pc:docMk/>
            <pc:sldMk cId="1012589482" sldId="325"/>
            <ac:cxnSpMk id="221" creationId="{D920EF0D-4DF2-84D2-2C3B-ADA239E831EA}"/>
          </ac:cxnSpMkLst>
        </pc:cxnChg>
        <pc:cxnChg chg="mod">
          <ac:chgData name="Luís Paulo Peixoto Santos" userId="1bcb44e7-5d82-436c-b2eb-8036fed75eb8" providerId="ADAL" clId="{10CBD472-44B5-5CDB-B0A6-8736312077FE}" dt="2026-03-12T09:56:48.425" v="7021"/>
          <ac:cxnSpMkLst>
            <pc:docMk/>
            <pc:sldMk cId="1012589482" sldId="325"/>
            <ac:cxnSpMk id="222" creationId="{A85EBCCB-EC4E-480C-7BA3-BAE09CACE886}"/>
          </ac:cxnSpMkLst>
        </pc:cxnChg>
        <pc:cxnChg chg="mod">
          <ac:chgData name="Luís Paulo Peixoto Santos" userId="1bcb44e7-5d82-436c-b2eb-8036fed75eb8" providerId="ADAL" clId="{10CBD472-44B5-5CDB-B0A6-8736312077FE}" dt="2026-03-12T09:56:48.425" v="7021"/>
          <ac:cxnSpMkLst>
            <pc:docMk/>
            <pc:sldMk cId="1012589482" sldId="325"/>
            <ac:cxnSpMk id="223" creationId="{81515DEC-5D24-D2EC-6E77-976900CE2AF7}"/>
          </ac:cxnSpMkLst>
        </pc:cxnChg>
        <pc:cxnChg chg="mod">
          <ac:chgData name="Luís Paulo Peixoto Santos" userId="1bcb44e7-5d82-436c-b2eb-8036fed75eb8" providerId="ADAL" clId="{10CBD472-44B5-5CDB-B0A6-8736312077FE}" dt="2026-03-12T09:56:48.425" v="7021"/>
          <ac:cxnSpMkLst>
            <pc:docMk/>
            <pc:sldMk cId="1012589482" sldId="325"/>
            <ac:cxnSpMk id="224" creationId="{F47F2967-D17E-B9E0-7F34-5561C15C7BB8}"/>
          </ac:cxnSpMkLst>
        </pc:cxnChg>
        <pc:cxnChg chg="mod">
          <ac:chgData name="Luís Paulo Peixoto Santos" userId="1bcb44e7-5d82-436c-b2eb-8036fed75eb8" providerId="ADAL" clId="{10CBD472-44B5-5CDB-B0A6-8736312077FE}" dt="2026-03-12T09:56:48.425" v="7021"/>
          <ac:cxnSpMkLst>
            <pc:docMk/>
            <pc:sldMk cId="1012589482" sldId="325"/>
            <ac:cxnSpMk id="225" creationId="{1284B9C0-2E12-4CED-6028-CE73F6EB77B0}"/>
          </ac:cxnSpMkLst>
        </pc:cxnChg>
        <pc:cxnChg chg="add mod">
          <ac:chgData name="Luís Paulo Peixoto Santos" userId="1bcb44e7-5d82-436c-b2eb-8036fed75eb8" providerId="ADAL" clId="{10CBD472-44B5-5CDB-B0A6-8736312077FE}" dt="2026-03-12T10:04:27.475" v="7074" actId="167"/>
          <ac:cxnSpMkLst>
            <pc:docMk/>
            <pc:sldMk cId="1012589482" sldId="325"/>
            <ac:cxnSpMk id="233" creationId="{2335B4DF-CC7C-8E1E-B917-44B32A6ABF07}"/>
          </ac:cxnSpMkLst>
        </pc:cxnChg>
        <pc:cxnChg chg="add mod">
          <ac:chgData name="Luís Paulo Peixoto Santos" userId="1bcb44e7-5d82-436c-b2eb-8036fed75eb8" providerId="ADAL" clId="{10CBD472-44B5-5CDB-B0A6-8736312077FE}" dt="2026-03-12T10:05:21.700" v="7081" actId="167"/>
          <ac:cxnSpMkLst>
            <pc:docMk/>
            <pc:sldMk cId="1012589482" sldId="325"/>
            <ac:cxnSpMk id="237" creationId="{B34FF500-F617-713D-42CE-295E5B427544}"/>
          </ac:cxnSpMkLst>
        </pc:cxnChg>
        <pc:cxnChg chg="add mod">
          <ac:chgData name="Luís Paulo Peixoto Santos" userId="1bcb44e7-5d82-436c-b2eb-8036fed75eb8" providerId="ADAL" clId="{10CBD472-44B5-5CDB-B0A6-8736312077FE}" dt="2026-03-12T10:17:02.704" v="7171" actId="164"/>
          <ac:cxnSpMkLst>
            <pc:docMk/>
            <pc:sldMk cId="1012589482" sldId="325"/>
            <ac:cxnSpMk id="239" creationId="{93FFDD39-9557-DA78-5512-C8F332B203AC}"/>
          </ac:cxnSpMkLst>
        </pc:cxnChg>
        <pc:cxnChg chg="add mod">
          <ac:chgData name="Luís Paulo Peixoto Santos" userId="1bcb44e7-5d82-436c-b2eb-8036fed75eb8" providerId="ADAL" clId="{10CBD472-44B5-5CDB-B0A6-8736312077FE}" dt="2026-03-12T10:17:02.704" v="7171" actId="164"/>
          <ac:cxnSpMkLst>
            <pc:docMk/>
            <pc:sldMk cId="1012589482" sldId="325"/>
            <ac:cxnSpMk id="240" creationId="{AFEA7D2A-EC7E-7CE8-8A4B-9AB181A1E4E5}"/>
          </ac:cxnSpMkLst>
        </pc:cxnChg>
        <pc:cxnChg chg="add mod">
          <ac:chgData name="Luís Paulo Peixoto Santos" userId="1bcb44e7-5d82-436c-b2eb-8036fed75eb8" providerId="ADAL" clId="{10CBD472-44B5-5CDB-B0A6-8736312077FE}" dt="2026-03-12T10:17:02.704" v="7171" actId="164"/>
          <ac:cxnSpMkLst>
            <pc:docMk/>
            <pc:sldMk cId="1012589482" sldId="325"/>
            <ac:cxnSpMk id="241" creationId="{BEA5501E-13C7-2A1F-345F-911083C04528}"/>
          </ac:cxnSpMkLst>
        </pc:cxnChg>
        <pc:cxnChg chg="add mod">
          <ac:chgData name="Luís Paulo Peixoto Santos" userId="1bcb44e7-5d82-436c-b2eb-8036fed75eb8" providerId="ADAL" clId="{10CBD472-44B5-5CDB-B0A6-8736312077FE}" dt="2026-03-12T10:17:02.704" v="7171" actId="164"/>
          <ac:cxnSpMkLst>
            <pc:docMk/>
            <pc:sldMk cId="1012589482" sldId="325"/>
            <ac:cxnSpMk id="242" creationId="{D5747847-BE9F-C3A4-73E5-275903A1D126}"/>
          </ac:cxnSpMkLst>
        </pc:cxnChg>
        <pc:cxnChg chg="add mod">
          <ac:chgData name="Luís Paulo Peixoto Santos" userId="1bcb44e7-5d82-436c-b2eb-8036fed75eb8" providerId="ADAL" clId="{10CBD472-44B5-5CDB-B0A6-8736312077FE}" dt="2026-03-12T10:17:02.704" v="7171" actId="164"/>
          <ac:cxnSpMkLst>
            <pc:docMk/>
            <pc:sldMk cId="1012589482" sldId="325"/>
            <ac:cxnSpMk id="243" creationId="{856544FE-7498-B392-C86D-70F6E8030C0A}"/>
          </ac:cxnSpMkLst>
        </pc:cxnChg>
        <pc:cxnChg chg="add mod">
          <ac:chgData name="Luís Paulo Peixoto Santos" userId="1bcb44e7-5d82-436c-b2eb-8036fed75eb8" providerId="ADAL" clId="{10CBD472-44B5-5CDB-B0A6-8736312077FE}" dt="2026-03-12T10:17:02.704" v="7171" actId="164"/>
          <ac:cxnSpMkLst>
            <pc:docMk/>
            <pc:sldMk cId="1012589482" sldId="325"/>
            <ac:cxnSpMk id="244" creationId="{7CD3F8CB-22A8-537C-1165-C7974F347E18}"/>
          </ac:cxnSpMkLst>
        </pc:cxnChg>
      </pc:sldChg>
      <pc:sldChg chg="addSp delSp modSp add mod delAnim modAnim">
        <pc:chgData name="Luís Paulo Peixoto Santos" userId="1bcb44e7-5d82-436c-b2eb-8036fed75eb8" providerId="ADAL" clId="{10CBD472-44B5-5CDB-B0A6-8736312077FE}" dt="2026-03-12T18:38:16.068" v="9113" actId="404"/>
        <pc:sldMkLst>
          <pc:docMk/>
          <pc:sldMk cId="1457559834" sldId="327"/>
        </pc:sldMkLst>
        <pc:spChg chg="mod">
          <ac:chgData name="Luís Paulo Peixoto Santos" userId="1bcb44e7-5d82-436c-b2eb-8036fed75eb8" providerId="ADAL" clId="{10CBD472-44B5-5CDB-B0A6-8736312077FE}" dt="2026-03-12T18:38:16.068" v="9113" actId="404"/>
          <ac:spMkLst>
            <pc:docMk/>
            <pc:sldMk cId="1457559834" sldId="327"/>
            <ac:spMk id="2" creationId="{0080B193-B200-00C8-E1E3-05945257600C}"/>
          </ac:spMkLst>
        </pc:spChg>
        <pc:spChg chg="mod">
          <ac:chgData name="Luís Paulo Peixoto Santos" userId="1bcb44e7-5d82-436c-b2eb-8036fed75eb8" providerId="ADAL" clId="{10CBD472-44B5-5CDB-B0A6-8736312077FE}" dt="2026-03-12T17:09:24.442" v="8449" actId="1037"/>
          <ac:spMkLst>
            <pc:docMk/>
            <pc:sldMk cId="1457559834" sldId="327"/>
            <ac:spMk id="3" creationId="{AEDDF087-8FEB-1498-96EF-5A63E0B37A31}"/>
          </ac:spMkLst>
        </pc:spChg>
        <pc:spChg chg="add mod">
          <ac:chgData name="Luís Paulo Peixoto Santos" userId="1bcb44e7-5d82-436c-b2eb-8036fed75eb8" providerId="ADAL" clId="{10CBD472-44B5-5CDB-B0A6-8736312077FE}" dt="2026-03-12T18:07:48.008" v="8818" actId="1076"/>
          <ac:spMkLst>
            <pc:docMk/>
            <pc:sldMk cId="1457559834" sldId="327"/>
            <ac:spMk id="6" creationId="{04002427-7AE4-AA73-5DD1-FFDDA087D99A}"/>
          </ac:spMkLst>
        </pc:spChg>
        <pc:spChg chg="mod">
          <ac:chgData name="Luís Paulo Peixoto Santos" userId="1bcb44e7-5d82-436c-b2eb-8036fed75eb8" providerId="ADAL" clId="{10CBD472-44B5-5CDB-B0A6-8736312077FE}" dt="2026-03-12T17:09:38.412" v="8468" actId="1036"/>
          <ac:spMkLst>
            <pc:docMk/>
            <pc:sldMk cId="1457559834" sldId="327"/>
            <ac:spMk id="29" creationId="{F7F2D41B-85C7-090F-5204-F5D879C2AEC0}"/>
          </ac:spMkLst>
        </pc:spChg>
        <pc:spChg chg="mod">
          <ac:chgData name="Luís Paulo Peixoto Santos" userId="1bcb44e7-5d82-436c-b2eb-8036fed75eb8" providerId="ADAL" clId="{10CBD472-44B5-5CDB-B0A6-8736312077FE}" dt="2026-03-12T17:01:39.138" v="8255" actId="1036"/>
          <ac:spMkLst>
            <pc:docMk/>
            <pc:sldMk cId="1457559834" sldId="327"/>
            <ac:spMk id="32" creationId="{2D9FB29B-8D3A-F4D9-8172-4E8AA8D3F49B}"/>
          </ac:spMkLst>
        </pc:spChg>
        <pc:spChg chg="mod">
          <ac:chgData name="Luís Paulo Peixoto Santos" userId="1bcb44e7-5d82-436c-b2eb-8036fed75eb8" providerId="ADAL" clId="{10CBD472-44B5-5CDB-B0A6-8736312077FE}" dt="2026-03-12T17:09:16.867" v="8430" actId="1037"/>
          <ac:spMkLst>
            <pc:docMk/>
            <pc:sldMk cId="1457559834" sldId="327"/>
            <ac:spMk id="33" creationId="{C25F2C01-40EC-5D1F-89F6-E8D688A35334}"/>
          </ac:spMkLst>
        </pc:spChg>
        <pc:spChg chg="mod">
          <ac:chgData name="Luís Paulo Peixoto Santos" userId="1bcb44e7-5d82-436c-b2eb-8036fed75eb8" providerId="ADAL" clId="{10CBD472-44B5-5CDB-B0A6-8736312077FE}" dt="2026-03-12T17:19:26.189" v="8543" actId="1076"/>
          <ac:spMkLst>
            <pc:docMk/>
            <pc:sldMk cId="1457559834" sldId="327"/>
            <ac:spMk id="36" creationId="{78E68FAB-1837-0FB5-F816-114DCACEC0CD}"/>
          </ac:spMkLst>
        </pc:spChg>
        <pc:spChg chg="mod">
          <ac:chgData name="Luís Paulo Peixoto Santos" userId="1bcb44e7-5d82-436c-b2eb-8036fed75eb8" providerId="ADAL" clId="{10CBD472-44B5-5CDB-B0A6-8736312077FE}" dt="2026-03-12T17:09:44.558" v="8469" actId="1076"/>
          <ac:spMkLst>
            <pc:docMk/>
            <pc:sldMk cId="1457559834" sldId="327"/>
            <ac:spMk id="37" creationId="{C94AC72F-E01E-33CE-349B-81E9ABC7AADA}"/>
          </ac:spMkLst>
        </pc:spChg>
        <pc:spChg chg="mod">
          <ac:chgData name="Luís Paulo Peixoto Santos" userId="1bcb44e7-5d82-436c-b2eb-8036fed75eb8" providerId="ADAL" clId="{10CBD472-44B5-5CDB-B0A6-8736312077FE}" dt="2026-03-12T17:10:04.527" v="8471" actId="1076"/>
          <ac:spMkLst>
            <pc:docMk/>
            <pc:sldMk cId="1457559834" sldId="327"/>
            <ac:spMk id="38" creationId="{4F9D154D-C9C2-D8B4-1DA8-A6ECFBF597A2}"/>
          </ac:spMkLst>
        </pc:spChg>
        <pc:spChg chg="mod">
          <ac:chgData name="Luís Paulo Peixoto Santos" userId="1bcb44e7-5d82-436c-b2eb-8036fed75eb8" providerId="ADAL" clId="{10CBD472-44B5-5CDB-B0A6-8736312077FE}" dt="2026-03-12T17:21:42.790" v="8551" actId="465"/>
          <ac:spMkLst>
            <pc:docMk/>
            <pc:sldMk cId="1457559834" sldId="327"/>
            <ac:spMk id="41" creationId="{2CD374D3-26B0-2463-AACC-4743846AAD91}"/>
          </ac:spMkLst>
        </pc:spChg>
        <pc:spChg chg="mod">
          <ac:chgData name="Luís Paulo Peixoto Santos" userId="1bcb44e7-5d82-436c-b2eb-8036fed75eb8" providerId="ADAL" clId="{10CBD472-44B5-5CDB-B0A6-8736312077FE}" dt="2026-03-12T17:21:42.790" v="8551" actId="465"/>
          <ac:spMkLst>
            <pc:docMk/>
            <pc:sldMk cId="1457559834" sldId="327"/>
            <ac:spMk id="42" creationId="{86FD4221-682A-7B52-604A-3D29E25F4A6B}"/>
          </ac:spMkLst>
        </pc:spChg>
        <pc:spChg chg="mod">
          <ac:chgData name="Luís Paulo Peixoto Santos" userId="1bcb44e7-5d82-436c-b2eb-8036fed75eb8" providerId="ADAL" clId="{10CBD472-44B5-5CDB-B0A6-8736312077FE}" dt="2026-03-12T17:21:42.790" v="8551" actId="465"/>
          <ac:spMkLst>
            <pc:docMk/>
            <pc:sldMk cId="1457559834" sldId="327"/>
            <ac:spMk id="44" creationId="{A62CE1A6-6540-0802-0C99-3FD1E5A8B82F}"/>
          </ac:spMkLst>
        </pc:spChg>
        <pc:spChg chg="mod">
          <ac:chgData name="Luís Paulo Peixoto Santos" userId="1bcb44e7-5d82-436c-b2eb-8036fed75eb8" providerId="ADAL" clId="{10CBD472-44B5-5CDB-B0A6-8736312077FE}" dt="2026-03-12T17:09:38.412" v="8468" actId="1036"/>
          <ac:spMkLst>
            <pc:docMk/>
            <pc:sldMk cId="1457559834" sldId="327"/>
            <ac:spMk id="46" creationId="{3D08FB8C-1AFA-1991-64D8-F5A6ACAC6035}"/>
          </ac:spMkLst>
        </pc:spChg>
        <pc:grpChg chg="mod">
          <ac:chgData name="Luís Paulo Peixoto Santos" userId="1bcb44e7-5d82-436c-b2eb-8036fed75eb8" providerId="ADAL" clId="{10CBD472-44B5-5CDB-B0A6-8736312077FE}" dt="2026-03-12T17:09:38.412" v="8468" actId="1036"/>
          <ac:grpSpMkLst>
            <pc:docMk/>
            <pc:sldMk cId="1457559834" sldId="327"/>
            <ac:grpSpMk id="26" creationId="{1791AD5D-3B37-7C8D-3CE5-15361A441B52}"/>
          </ac:grpSpMkLst>
        </pc:grpChg>
        <pc:grpChg chg="mod">
          <ac:chgData name="Luís Paulo Peixoto Santos" userId="1bcb44e7-5d82-436c-b2eb-8036fed75eb8" providerId="ADAL" clId="{10CBD472-44B5-5CDB-B0A6-8736312077FE}" dt="2026-03-12T17:01:52.412" v="8256" actId="1076"/>
          <ac:grpSpMkLst>
            <pc:docMk/>
            <pc:sldMk cId="1457559834" sldId="327"/>
            <ac:grpSpMk id="49" creationId="{9EEBD14A-C2C9-C196-3504-B62CBE97DD9F}"/>
          </ac:grpSpMkLst>
        </pc:grpChg>
        <pc:picChg chg="mod">
          <ac:chgData name="Luís Paulo Peixoto Santos" userId="1bcb44e7-5d82-436c-b2eb-8036fed75eb8" providerId="ADAL" clId="{10CBD472-44B5-5CDB-B0A6-8736312077FE}" dt="2026-03-12T17:30:47.915" v="8689" actId="962"/>
          <ac:picMkLst>
            <pc:docMk/>
            <pc:sldMk cId="1457559834" sldId="327"/>
            <ac:picMk id="7" creationId="{E4F53B17-DF71-F095-356C-219014F45541}"/>
          </ac:picMkLst>
        </pc:picChg>
        <pc:cxnChg chg="mod">
          <ac:chgData name="Luís Paulo Peixoto Santos" userId="1bcb44e7-5d82-436c-b2eb-8036fed75eb8" providerId="ADAL" clId="{10CBD472-44B5-5CDB-B0A6-8736312077FE}" dt="2026-03-12T17:10:18.320" v="8472" actId="1582"/>
          <ac:cxnSpMkLst>
            <pc:docMk/>
            <pc:sldMk cId="1457559834" sldId="327"/>
            <ac:cxnSpMk id="31" creationId="{207625D0-C841-B186-04B8-1B02970CA6A4}"/>
          </ac:cxnSpMkLst>
        </pc:cxnChg>
        <pc:cxnChg chg="mod">
          <ac:chgData name="Luís Paulo Peixoto Santos" userId="1bcb44e7-5d82-436c-b2eb-8036fed75eb8" providerId="ADAL" clId="{10CBD472-44B5-5CDB-B0A6-8736312077FE}" dt="2026-03-12T17:10:18.320" v="8472" actId="1582"/>
          <ac:cxnSpMkLst>
            <pc:docMk/>
            <pc:sldMk cId="1457559834" sldId="327"/>
            <ac:cxnSpMk id="34" creationId="{8A5E33B0-6F24-EFAC-61EB-3C2E8064EB49}"/>
          </ac:cxnSpMkLst>
        </pc:cxnChg>
        <pc:cxnChg chg="mod">
          <ac:chgData name="Luís Paulo Peixoto Santos" userId="1bcb44e7-5d82-436c-b2eb-8036fed75eb8" providerId="ADAL" clId="{10CBD472-44B5-5CDB-B0A6-8736312077FE}" dt="2026-03-12T17:49:34.900" v="8801" actId="208"/>
          <ac:cxnSpMkLst>
            <pc:docMk/>
            <pc:sldMk cId="1457559834" sldId="327"/>
            <ac:cxnSpMk id="43" creationId="{49EBE6F1-F64D-1F3A-3633-D1901F682F32}"/>
          </ac:cxnSpMkLst>
        </pc:cxnChg>
      </pc:sldChg>
      <pc:sldChg chg="addSp delSp modSp add mod modTransition delAnim modAnim">
        <pc:chgData name="Luís Paulo Peixoto Santos" userId="1bcb44e7-5d82-436c-b2eb-8036fed75eb8" providerId="ADAL" clId="{10CBD472-44B5-5CDB-B0A6-8736312077FE}" dt="2026-03-12T20:02:33.103" v="9693" actId="20577"/>
        <pc:sldMkLst>
          <pc:docMk/>
          <pc:sldMk cId="3510125591" sldId="328"/>
        </pc:sldMkLst>
        <pc:spChg chg="mod">
          <ac:chgData name="Luís Paulo Peixoto Santos" userId="1bcb44e7-5d82-436c-b2eb-8036fed75eb8" providerId="ADAL" clId="{10CBD472-44B5-5CDB-B0A6-8736312077FE}" dt="2026-03-12T18:38:28.203" v="9115" actId="404"/>
          <ac:spMkLst>
            <pc:docMk/>
            <pc:sldMk cId="3510125591" sldId="328"/>
            <ac:spMk id="2" creationId="{C49DB5AD-DDB3-5BFD-4D81-9102F48A76D2}"/>
          </ac:spMkLst>
        </pc:spChg>
        <pc:spChg chg="mod">
          <ac:chgData name="Luís Paulo Peixoto Santos" userId="1bcb44e7-5d82-436c-b2eb-8036fed75eb8" providerId="ADAL" clId="{10CBD472-44B5-5CDB-B0A6-8736312077FE}" dt="2026-03-12T17:29:13.081" v="8687" actId="1076"/>
          <ac:spMkLst>
            <pc:docMk/>
            <pc:sldMk cId="3510125591" sldId="328"/>
            <ac:spMk id="6" creationId="{893F8AF5-8813-CB88-03C5-871B1636DE8A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99" creationId="{4FE031C4-336C-50A7-28C2-649941389016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04" creationId="{9702E548-9CBB-90EE-F383-9CFDD8894145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05" creationId="{8D8EE0D8-7FF8-2470-3F6D-CCFBD4C191A4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17" creationId="{BAB1F65F-4A7D-7F65-F26D-E2EAD835E660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26" creationId="{01FC3350-4787-533B-BC68-F96A9F227AB2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30" creationId="{27FFFAA9-1A6E-18B9-4A63-0989F5BE99FD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31" creationId="{33BBF61C-E1A9-70AB-C434-F6E55F8EC3EB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40" creationId="{A7EF1B71-AC33-5A42-E776-18C62224081C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45" creationId="{0028C30C-7DFE-C84C-4923-F14B33C54161}"/>
          </ac:spMkLst>
        </pc:spChg>
        <pc:spChg chg="mod">
          <ac:chgData name="Luís Paulo Peixoto Santos" userId="1bcb44e7-5d82-436c-b2eb-8036fed75eb8" providerId="ADAL" clId="{10CBD472-44B5-5CDB-B0A6-8736312077FE}" dt="2026-03-12T17:25:47.715" v="8569"/>
          <ac:spMkLst>
            <pc:docMk/>
            <pc:sldMk cId="3510125591" sldId="328"/>
            <ac:spMk id="158" creationId="{674787C5-4240-0D82-1E19-B772245832E7}"/>
          </ac:spMkLst>
        </pc:spChg>
        <pc:spChg chg="mod">
          <ac:chgData name="Luís Paulo Peixoto Santos" userId="1bcb44e7-5d82-436c-b2eb-8036fed75eb8" providerId="ADAL" clId="{10CBD472-44B5-5CDB-B0A6-8736312077FE}" dt="2026-03-12T17:26:27.028" v="8573"/>
          <ac:spMkLst>
            <pc:docMk/>
            <pc:sldMk cId="3510125591" sldId="328"/>
            <ac:spMk id="163" creationId="{F5E219FB-8628-0722-1E24-7B64EF515968}"/>
          </ac:spMkLst>
        </pc:spChg>
        <pc:spChg chg="mod">
          <ac:chgData name="Luís Paulo Peixoto Santos" userId="1bcb44e7-5d82-436c-b2eb-8036fed75eb8" providerId="ADAL" clId="{10CBD472-44B5-5CDB-B0A6-8736312077FE}" dt="2026-03-12T17:28:19.827" v="8684" actId="1038"/>
          <ac:spMkLst>
            <pc:docMk/>
            <pc:sldMk cId="3510125591" sldId="328"/>
            <ac:spMk id="173" creationId="{23022387-3562-D1D8-38C5-63EE8FA9EA84}"/>
          </ac:spMkLst>
        </pc:spChg>
        <pc:spChg chg="add mod">
          <ac:chgData name="Luís Paulo Peixoto Santos" userId="1bcb44e7-5d82-436c-b2eb-8036fed75eb8" providerId="ADAL" clId="{10CBD472-44B5-5CDB-B0A6-8736312077FE}" dt="2026-03-12T17:28:19.827" v="8684" actId="1038"/>
          <ac:spMkLst>
            <pc:docMk/>
            <pc:sldMk cId="3510125591" sldId="328"/>
            <ac:spMk id="174" creationId="{08AAC9E2-A721-7D3D-4696-77BF47B157B1}"/>
          </ac:spMkLst>
        </pc:spChg>
        <pc:spChg chg="mod">
          <ac:chgData name="Luís Paulo Peixoto Santos" userId="1bcb44e7-5d82-436c-b2eb-8036fed75eb8" providerId="ADAL" clId="{10CBD472-44B5-5CDB-B0A6-8736312077FE}" dt="2026-03-12T17:26:27.028" v="8573"/>
          <ac:spMkLst>
            <pc:docMk/>
            <pc:sldMk cId="3510125591" sldId="328"/>
            <ac:spMk id="183" creationId="{76AD9643-38CF-5466-7B81-CA5C092EAC65}"/>
          </ac:spMkLst>
        </pc:spChg>
        <pc:spChg chg="mod">
          <ac:chgData name="Luís Paulo Peixoto Santos" userId="1bcb44e7-5d82-436c-b2eb-8036fed75eb8" providerId="ADAL" clId="{10CBD472-44B5-5CDB-B0A6-8736312077FE}" dt="2026-03-12T17:26:27.028" v="8573"/>
          <ac:spMkLst>
            <pc:docMk/>
            <pc:sldMk cId="3510125591" sldId="328"/>
            <ac:spMk id="184" creationId="{23C944DA-9176-1803-4422-05BEE80DAD2A}"/>
          </ac:spMkLst>
        </pc:spChg>
        <pc:spChg chg="add mod">
          <ac:chgData name="Luís Paulo Peixoto Santos" userId="1bcb44e7-5d82-436c-b2eb-8036fed75eb8" providerId="ADAL" clId="{10CBD472-44B5-5CDB-B0A6-8736312077FE}" dt="2026-03-12T17:28:19.827" v="8684" actId="1038"/>
          <ac:spMkLst>
            <pc:docMk/>
            <pc:sldMk cId="3510125591" sldId="328"/>
            <ac:spMk id="192" creationId="{08BDAADE-AB65-C323-5F6F-FEF34EDC6A06}"/>
          </ac:spMkLst>
        </pc:spChg>
        <pc:spChg chg="add mod">
          <ac:chgData name="Luís Paulo Peixoto Santos" userId="1bcb44e7-5d82-436c-b2eb-8036fed75eb8" providerId="ADAL" clId="{10CBD472-44B5-5CDB-B0A6-8736312077FE}" dt="2026-03-12T20:02:19.702" v="9688" actId="20577"/>
          <ac:spMkLst>
            <pc:docMk/>
            <pc:sldMk cId="3510125591" sldId="328"/>
            <ac:spMk id="193" creationId="{4139352A-7CC9-5368-11FB-FAAC2E60A50A}"/>
          </ac:spMkLst>
        </pc:spChg>
        <pc:spChg chg="mod">
          <ac:chgData name="Luís Paulo Peixoto Santos" userId="1bcb44e7-5d82-436c-b2eb-8036fed75eb8" providerId="ADAL" clId="{10CBD472-44B5-5CDB-B0A6-8736312077FE}" dt="2026-03-12T17:28:19.827" v="8684" actId="1038"/>
          <ac:spMkLst>
            <pc:docMk/>
            <pc:sldMk cId="3510125591" sldId="328"/>
            <ac:spMk id="195" creationId="{BE990D18-F78A-BB0F-AEF2-92E4E6AFB3D0}"/>
          </ac:spMkLst>
        </pc:spChg>
        <pc:spChg chg="add mod">
          <ac:chgData name="Luís Paulo Peixoto Santos" userId="1bcb44e7-5d82-436c-b2eb-8036fed75eb8" providerId="ADAL" clId="{10CBD472-44B5-5CDB-B0A6-8736312077FE}" dt="2026-03-12T20:02:33.103" v="9693" actId="20577"/>
          <ac:spMkLst>
            <pc:docMk/>
            <pc:sldMk cId="3510125591" sldId="328"/>
            <ac:spMk id="196" creationId="{E31719C0-4AB6-765A-BC3B-F4C73114ADC3}"/>
          </ac:spMkLst>
        </pc:spChg>
        <pc:spChg chg="add mod">
          <ac:chgData name="Luís Paulo Peixoto Santos" userId="1bcb44e7-5d82-436c-b2eb-8036fed75eb8" providerId="ADAL" clId="{10CBD472-44B5-5CDB-B0A6-8736312077FE}" dt="2026-03-12T17:28:19.827" v="8684" actId="1038"/>
          <ac:spMkLst>
            <pc:docMk/>
            <pc:sldMk cId="3510125591" sldId="328"/>
            <ac:spMk id="197" creationId="{18DA5580-8CB1-7DD6-6D4A-57441438CC17}"/>
          </ac:spMkLst>
        </pc:spChg>
        <pc:spChg chg="mod">
          <ac:chgData name="Luís Paulo Peixoto Santos" userId="1bcb44e7-5d82-436c-b2eb-8036fed75eb8" providerId="ADAL" clId="{10CBD472-44B5-5CDB-B0A6-8736312077FE}" dt="2026-03-12T17:32:43.542" v="8695" actId="164"/>
          <ac:spMkLst>
            <pc:docMk/>
            <pc:sldMk cId="3510125591" sldId="328"/>
            <ac:spMk id="198" creationId="{B01546B7-BB36-A1AB-5B48-1A7F95ED7A30}"/>
          </ac:spMkLst>
        </pc:spChg>
        <pc:spChg chg="add mod">
          <ac:chgData name="Luís Paulo Peixoto Santos" userId="1bcb44e7-5d82-436c-b2eb-8036fed75eb8" providerId="ADAL" clId="{10CBD472-44B5-5CDB-B0A6-8736312077FE}" dt="2026-03-12T17:32:43.542" v="8695" actId="164"/>
          <ac:spMkLst>
            <pc:docMk/>
            <pc:sldMk cId="3510125591" sldId="328"/>
            <ac:spMk id="199" creationId="{19453B0A-CC89-23DF-8BAA-3202A5987862}"/>
          </ac:spMkLst>
        </pc:spChg>
        <pc:spChg chg="add mod">
          <ac:chgData name="Luís Paulo Peixoto Santos" userId="1bcb44e7-5d82-436c-b2eb-8036fed75eb8" providerId="ADAL" clId="{10CBD472-44B5-5CDB-B0A6-8736312077FE}" dt="2026-03-12T17:32:43.542" v="8695" actId="164"/>
          <ac:spMkLst>
            <pc:docMk/>
            <pc:sldMk cId="3510125591" sldId="328"/>
            <ac:spMk id="200" creationId="{A166A943-C846-B8EE-1657-92CE7AE65AFF}"/>
          </ac:spMkLst>
        </pc:spChg>
        <pc:spChg chg="add mod">
          <ac:chgData name="Luís Paulo Peixoto Santos" userId="1bcb44e7-5d82-436c-b2eb-8036fed75eb8" providerId="ADAL" clId="{10CBD472-44B5-5CDB-B0A6-8736312077FE}" dt="2026-03-12T17:29:03.467" v="8686" actId="1076"/>
          <ac:spMkLst>
            <pc:docMk/>
            <pc:sldMk cId="3510125591" sldId="328"/>
            <ac:spMk id="201" creationId="{2FDC2022-B8EC-4B72-7DEB-B3ED48012F7E}"/>
          </ac:spMkLst>
        </pc:spChg>
        <pc:spChg chg="add mod">
          <ac:chgData name="Luís Paulo Peixoto Santos" userId="1bcb44e7-5d82-436c-b2eb-8036fed75eb8" providerId="ADAL" clId="{10CBD472-44B5-5CDB-B0A6-8736312077FE}" dt="2026-03-12T17:29:03.467" v="8686" actId="1076"/>
          <ac:spMkLst>
            <pc:docMk/>
            <pc:sldMk cId="3510125591" sldId="328"/>
            <ac:spMk id="202" creationId="{D11F4170-4A70-3098-AA55-D7B2D108C3F1}"/>
          </ac:spMkLst>
        </pc:spChg>
        <pc:spChg chg="add mod">
          <ac:chgData name="Luís Paulo Peixoto Santos" userId="1bcb44e7-5d82-436c-b2eb-8036fed75eb8" providerId="ADAL" clId="{10CBD472-44B5-5CDB-B0A6-8736312077FE}" dt="2026-03-12T17:29:03.467" v="8686" actId="1076"/>
          <ac:spMkLst>
            <pc:docMk/>
            <pc:sldMk cId="3510125591" sldId="328"/>
            <ac:spMk id="203" creationId="{2838D5FA-CCA8-FBD7-208F-85DAB0AFB3E6}"/>
          </ac:spMkLst>
        </pc:spChg>
        <pc:spChg chg="add mod">
          <ac:chgData name="Luís Paulo Peixoto Santos" userId="1bcb44e7-5d82-436c-b2eb-8036fed75eb8" providerId="ADAL" clId="{10CBD472-44B5-5CDB-B0A6-8736312077FE}" dt="2026-03-12T17:48:28.516" v="8775" actId="1076"/>
          <ac:spMkLst>
            <pc:docMk/>
            <pc:sldMk cId="3510125591" sldId="328"/>
            <ac:spMk id="204" creationId="{641204C9-CBDF-51C7-BC4F-DD92C4698CE2}"/>
          </ac:spMkLst>
        </pc:spChg>
        <pc:spChg chg="add mod">
          <ac:chgData name="Luís Paulo Peixoto Santos" userId="1bcb44e7-5d82-436c-b2eb-8036fed75eb8" providerId="ADAL" clId="{10CBD472-44B5-5CDB-B0A6-8736312077FE}" dt="2026-03-12T17:29:03.467" v="8686" actId="1076"/>
          <ac:spMkLst>
            <pc:docMk/>
            <pc:sldMk cId="3510125591" sldId="328"/>
            <ac:spMk id="205" creationId="{CC085AD0-00F1-0DD9-B6DC-CFCD73EF80D3}"/>
          </ac:spMkLst>
        </pc:spChg>
        <pc:spChg chg="add mod">
          <ac:chgData name="Luís Paulo Peixoto Santos" userId="1bcb44e7-5d82-436c-b2eb-8036fed75eb8" providerId="ADAL" clId="{10CBD472-44B5-5CDB-B0A6-8736312077FE}" dt="2026-03-12T17:29:03.467" v="8686" actId="1076"/>
          <ac:spMkLst>
            <pc:docMk/>
            <pc:sldMk cId="3510125591" sldId="328"/>
            <ac:spMk id="206" creationId="{7B899574-6491-8A08-05AB-4D8D066F5B21}"/>
          </ac:spMkLst>
        </pc:spChg>
        <pc:spChg chg="add mod">
          <ac:chgData name="Luís Paulo Peixoto Santos" userId="1bcb44e7-5d82-436c-b2eb-8036fed75eb8" providerId="ADAL" clId="{10CBD472-44B5-5CDB-B0A6-8736312077FE}" dt="2026-03-12T17:32:28.947" v="8693" actId="164"/>
          <ac:spMkLst>
            <pc:docMk/>
            <pc:sldMk cId="3510125591" sldId="328"/>
            <ac:spMk id="207" creationId="{0ACE28C2-FFFC-C26C-0AB8-4F101EFD7157}"/>
          </ac:spMkLst>
        </pc:spChg>
        <pc:spChg chg="add mod">
          <ac:chgData name="Luís Paulo Peixoto Santos" userId="1bcb44e7-5d82-436c-b2eb-8036fed75eb8" providerId="ADAL" clId="{10CBD472-44B5-5CDB-B0A6-8736312077FE}" dt="2026-03-12T17:32:28.947" v="8693" actId="164"/>
          <ac:spMkLst>
            <pc:docMk/>
            <pc:sldMk cId="3510125591" sldId="328"/>
            <ac:spMk id="208" creationId="{B9697B09-464F-D8EC-E672-FA2DAC9EF7D6}"/>
          </ac:spMkLst>
        </pc:spChg>
        <pc:spChg chg="add mod">
          <ac:chgData name="Luís Paulo Peixoto Santos" userId="1bcb44e7-5d82-436c-b2eb-8036fed75eb8" providerId="ADAL" clId="{10CBD472-44B5-5CDB-B0A6-8736312077FE}" dt="2026-03-12T17:32:28.947" v="8693" actId="164"/>
          <ac:spMkLst>
            <pc:docMk/>
            <pc:sldMk cId="3510125591" sldId="328"/>
            <ac:spMk id="209" creationId="{2B25023C-1B32-91E5-898C-45D248BEE12C}"/>
          </ac:spMkLst>
        </pc:spChg>
        <pc:spChg chg="add mod">
          <ac:chgData name="Luís Paulo Peixoto Santos" userId="1bcb44e7-5d82-436c-b2eb-8036fed75eb8" providerId="ADAL" clId="{10CBD472-44B5-5CDB-B0A6-8736312077FE}" dt="2026-03-12T17:48:49.222" v="8800" actId="1036"/>
          <ac:spMkLst>
            <pc:docMk/>
            <pc:sldMk cId="3510125591" sldId="328"/>
            <ac:spMk id="218" creationId="{5DEF53A7-BEA7-0895-17A0-6B202A6B120D}"/>
          </ac:spMkLst>
        </pc:spChg>
        <pc:spChg chg="add mod">
          <ac:chgData name="Luís Paulo Peixoto Santos" userId="1bcb44e7-5d82-436c-b2eb-8036fed75eb8" providerId="ADAL" clId="{10CBD472-44B5-5CDB-B0A6-8736312077FE}" dt="2026-03-12T17:50:23.174" v="8806" actId="1076"/>
          <ac:spMkLst>
            <pc:docMk/>
            <pc:sldMk cId="3510125591" sldId="328"/>
            <ac:spMk id="222" creationId="{B31CEED5-CAFD-6F32-6891-1BBD5AC1CB8F}"/>
          </ac:spMkLst>
        </pc:spChg>
        <pc:spChg chg="add mod">
          <ac:chgData name="Luís Paulo Peixoto Santos" userId="1bcb44e7-5d82-436c-b2eb-8036fed75eb8" providerId="ADAL" clId="{10CBD472-44B5-5CDB-B0A6-8736312077FE}" dt="2026-03-12T17:51:11.016" v="8810" actId="207"/>
          <ac:spMkLst>
            <pc:docMk/>
            <pc:sldMk cId="3510125591" sldId="328"/>
            <ac:spMk id="223" creationId="{848BF41F-F56C-E7A6-8026-37EA5B5DCF64}"/>
          </ac:spMkLst>
        </pc:spChg>
        <pc:grpChg chg="mod">
          <ac:chgData name="Luís Paulo Peixoto Santos" userId="1bcb44e7-5d82-436c-b2eb-8036fed75eb8" providerId="ADAL" clId="{10CBD472-44B5-5CDB-B0A6-8736312077FE}" dt="2026-03-12T17:31:03.133" v="8690" actId="962"/>
          <ac:grpSpMkLst>
            <pc:docMk/>
            <pc:sldMk cId="3510125591" sldId="328"/>
            <ac:grpSpMk id="97" creationId="{392F8366-4E92-10CF-DA0D-6537201E4428}"/>
          </ac:grpSpMkLst>
        </pc:grpChg>
        <pc:grpChg chg="add mod">
          <ac:chgData name="Luís Paulo Peixoto Santos" userId="1bcb44e7-5d82-436c-b2eb-8036fed75eb8" providerId="ADAL" clId="{10CBD472-44B5-5CDB-B0A6-8736312077FE}" dt="2026-03-12T17:32:59.397" v="8696" actId="1076"/>
          <ac:grpSpMkLst>
            <pc:docMk/>
            <pc:sldMk cId="3510125591" sldId="328"/>
            <ac:grpSpMk id="210" creationId="{22A91E69-E5A3-E708-32D8-E16CBA08AB27}"/>
          </ac:grpSpMkLst>
        </pc:grpChg>
        <pc:grpChg chg="add mod">
          <ac:chgData name="Luís Paulo Peixoto Santos" userId="1bcb44e7-5d82-436c-b2eb-8036fed75eb8" providerId="ADAL" clId="{10CBD472-44B5-5CDB-B0A6-8736312077FE}" dt="2026-03-12T17:32:43.542" v="8695" actId="164"/>
          <ac:grpSpMkLst>
            <pc:docMk/>
            <pc:sldMk cId="3510125591" sldId="328"/>
            <ac:grpSpMk id="211" creationId="{7533943A-1CE5-D50E-402F-83EC256305C3}"/>
          </ac:grpSpMkLst>
        </pc:grpChg>
        <pc:cxnChg chg="add mod">
          <ac:chgData name="Luís Paulo Peixoto Santos" userId="1bcb44e7-5d82-436c-b2eb-8036fed75eb8" providerId="ADAL" clId="{10CBD472-44B5-5CDB-B0A6-8736312077FE}" dt="2026-03-12T20:01:44.196" v="9653" actId="14100"/>
          <ac:cxnSpMkLst>
            <pc:docMk/>
            <pc:sldMk cId="3510125591" sldId="328"/>
            <ac:cxnSpMk id="212" creationId="{C1924F16-B2F9-FEC7-BEB4-4DC42ED05962}"/>
          </ac:cxnSpMkLst>
        </pc:cxnChg>
        <pc:cxnChg chg="add mod">
          <ac:chgData name="Luís Paulo Peixoto Santos" userId="1bcb44e7-5d82-436c-b2eb-8036fed75eb8" providerId="ADAL" clId="{10CBD472-44B5-5CDB-B0A6-8736312077FE}" dt="2026-03-12T20:01:55.027" v="9686" actId="1035"/>
          <ac:cxnSpMkLst>
            <pc:docMk/>
            <pc:sldMk cId="3510125591" sldId="328"/>
            <ac:cxnSpMk id="213" creationId="{716DDCED-47D0-A286-320C-7CFC79D677A3}"/>
          </ac:cxnSpMkLst>
        </pc:cxnChg>
        <pc:cxnChg chg="add mod">
          <ac:chgData name="Luís Paulo Peixoto Santos" userId="1bcb44e7-5d82-436c-b2eb-8036fed75eb8" providerId="ADAL" clId="{10CBD472-44B5-5CDB-B0A6-8736312077FE}" dt="2026-03-12T20:02:07.504" v="9687" actId="14100"/>
          <ac:cxnSpMkLst>
            <pc:docMk/>
            <pc:sldMk cId="3510125591" sldId="328"/>
            <ac:cxnSpMk id="219" creationId="{CD313978-F974-7CC6-09A6-7AE8E46E3173}"/>
          </ac:cxnSpMkLst>
        </pc:cxnChg>
      </pc:sldChg>
      <pc:sldChg chg="addSp delSp modSp add mod ord modAnim">
        <pc:chgData name="Luís Paulo Peixoto Santos" userId="1bcb44e7-5d82-436c-b2eb-8036fed75eb8" providerId="ADAL" clId="{10CBD472-44B5-5CDB-B0A6-8736312077FE}" dt="2026-03-12T18:38:37.504" v="9117" actId="404"/>
        <pc:sldMkLst>
          <pc:docMk/>
          <pc:sldMk cId="3521657546" sldId="329"/>
        </pc:sldMkLst>
        <pc:spChg chg="mod">
          <ac:chgData name="Luís Paulo Peixoto Santos" userId="1bcb44e7-5d82-436c-b2eb-8036fed75eb8" providerId="ADAL" clId="{10CBD472-44B5-5CDB-B0A6-8736312077FE}" dt="2026-03-12T18:38:37.504" v="9117" actId="404"/>
          <ac:spMkLst>
            <pc:docMk/>
            <pc:sldMk cId="3521657546" sldId="329"/>
            <ac:spMk id="2" creationId="{EF01244C-E9A6-BDBB-BDA7-DCEF07EAD606}"/>
          </ac:spMkLst>
        </pc:spChg>
        <pc:spChg chg="add mod">
          <ac:chgData name="Luís Paulo Peixoto Santos" userId="1bcb44e7-5d82-436c-b2eb-8036fed75eb8" providerId="ADAL" clId="{10CBD472-44B5-5CDB-B0A6-8736312077FE}" dt="2026-03-12T18:13:00.852" v="8924"/>
          <ac:spMkLst>
            <pc:docMk/>
            <pc:sldMk cId="3521657546" sldId="329"/>
            <ac:spMk id="13" creationId="{A4CEBF97-2B73-0889-26FC-3E6BEBB1F9EE}"/>
          </ac:spMkLst>
        </pc:spChg>
        <pc:spChg chg="add mod">
          <ac:chgData name="Luís Paulo Peixoto Santos" userId="1bcb44e7-5d82-436c-b2eb-8036fed75eb8" providerId="ADAL" clId="{10CBD472-44B5-5CDB-B0A6-8736312077FE}" dt="2026-03-12T18:18:57.239" v="8990" actId="1076"/>
          <ac:spMkLst>
            <pc:docMk/>
            <pc:sldMk cId="3521657546" sldId="329"/>
            <ac:spMk id="14" creationId="{F42CC616-9292-1E85-D53C-E00A5728F2AD}"/>
          </ac:spMkLst>
        </pc:spChg>
        <pc:spChg chg="add mod">
          <ac:chgData name="Luís Paulo Peixoto Santos" userId="1bcb44e7-5d82-436c-b2eb-8036fed75eb8" providerId="ADAL" clId="{10CBD472-44B5-5CDB-B0A6-8736312077FE}" dt="2026-03-12T18:22:08.835" v="9033" actId="1035"/>
          <ac:spMkLst>
            <pc:docMk/>
            <pc:sldMk cId="3521657546" sldId="329"/>
            <ac:spMk id="17" creationId="{011915F1-AEBA-DB58-AB84-15789BFD54FE}"/>
          </ac:spMkLst>
        </pc:spChg>
        <pc:spChg chg="mod">
          <ac:chgData name="Luís Paulo Peixoto Santos" userId="1bcb44e7-5d82-436c-b2eb-8036fed75eb8" providerId="ADAL" clId="{10CBD472-44B5-5CDB-B0A6-8736312077FE}" dt="2026-03-12T18:22:08.835" v="9033" actId="1035"/>
          <ac:spMkLst>
            <pc:docMk/>
            <pc:sldMk cId="3521657546" sldId="329"/>
            <ac:spMk id="41" creationId="{D4D1D0C5-2B7D-F1F0-B619-13A35DF61A1A}"/>
          </ac:spMkLst>
        </pc:spChg>
        <pc:spChg chg="mod">
          <ac:chgData name="Luís Paulo Peixoto Santos" userId="1bcb44e7-5d82-436c-b2eb-8036fed75eb8" providerId="ADAL" clId="{10CBD472-44B5-5CDB-B0A6-8736312077FE}" dt="2026-03-12T18:22:08.835" v="9033" actId="1035"/>
          <ac:spMkLst>
            <pc:docMk/>
            <pc:sldMk cId="3521657546" sldId="329"/>
            <ac:spMk id="42" creationId="{1232EB34-4291-B221-1AD5-76197D7369DE}"/>
          </ac:spMkLst>
        </pc:spChg>
        <pc:spChg chg="mod">
          <ac:chgData name="Luís Paulo Peixoto Santos" userId="1bcb44e7-5d82-436c-b2eb-8036fed75eb8" providerId="ADAL" clId="{10CBD472-44B5-5CDB-B0A6-8736312077FE}" dt="2026-03-12T18:22:08.835" v="9033" actId="1035"/>
          <ac:spMkLst>
            <pc:docMk/>
            <pc:sldMk cId="3521657546" sldId="329"/>
            <ac:spMk id="44" creationId="{C8B8E595-3E3B-FB4F-8BB4-DA3641140A0D}"/>
          </ac:spMkLst>
        </pc:spChg>
        <pc:picChg chg="add mod">
          <ac:chgData name="Luís Paulo Peixoto Santos" userId="1bcb44e7-5d82-436c-b2eb-8036fed75eb8" providerId="ADAL" clId="{10CBD472-44B5-5CDB-B0A6-8736312077FE}" dt="2026-03-12T18:10:56.318" v="8923" actId="167"/>
          <ac:picMkLst>
            <pc:docMk/>
            <pc:sldMk cId="3521657546" sldId="329"/>
            <ac:picMk id="12" creationId="{294B8381-B363-6EDE-3A7D-C66A4985D5D3}"/>
          </ac:picMkLst>
        </pc:picChg>
      </pc:sldChg>
      <pc:sldChg chg="addSp delSp modSp add mod ord delAnim modAnim">
        <pc:chgData name="Luís Paulo Peixoto Santos" userId="1bcb44e7-5d82-436c-b2eb-8036fed75eb8" providerId="ADAL" clId="{10CBD472-44B5-5CDB-B0A6-8736312077FE}" dt="2026-03-12T20:04:20.452" v="9729" actId="1076"/>
        <pc:sldMkLst>
          <pc:docMk/>
          <pc:sldMk cId="2708745770" sldId="330"/>
        </pc:sldMkLst>
        <pc:spChg chg="mod">
          <ac:chgData name="Luís Paulo Peixoto Santos" userId="1bcb44e7-5d82-436c-b2eb-8036fed75eb8" providerId="ADAL" clId="{10CBD472-44B5-5CDB-B0A6-8736312077FE}" dt="2026-03-12T18:38:47.030" v="9119" actId="404"/>
          <ac:spMkLst>
            <pc:docMk/>
            <pc:sldMk cId="2708745770" sldId="330"/>
            <ac:spMk id="2" creationId="{AB3F38C6-AE74-50EC-DAEC-2EC5A7E2D67A}"/>
          </ac:spMkLst>
        </pc:spChg>
        <pc:spChg chg="add mod">
          <ac:chgData name="Luís Paulo Peixoto Santos" userId="1bcb44e7-5d82-436c-b2eb-8036fed75eb8" providerId="ADAL" clId="{10CBD472-44B5-5CDB-B0A6-8736312077FE}" dt="2026-03-12T20:04:17" v="9728" actId="1076"/>
          <ac:spMkLst>
            <pc:docMk/>
            <pc:sldMk cId="2708745770" sldId="330"/>
            <ac:spMk id="3" creationId="{52A292FB-EBC5-4087-54DB-AA77384DDCB8}"/>
          </ac:spMkLst>
        </pc:spChg>
        <pc:spChg chg="add mod">
          <ac:chgData name="Luís Paulo Peixoto Santos" userId="1bcb44e7-5d82-436c-b2eb-8036fed75eb8" providerId="ADAL" clId="{10CBD472-44B5-5CDB-B0A6-8736312077FE}" dt="2026-03-12T20:04:20.452" v="9729" actId="1076"/>
          <ac:spMkLst>
            <pc:docMk/>
            <pc:sldMk cId="2708745770" sldId="330"/>
            <ac:spMk id="7" creationId="{A612C8A9-422B-7D9D-3A49-8FE63616B091}"/>
          </ac:spMkLst>
        </pc:spChg>
        <pc:spChg chg="mod">
          <ac:chgData name="Luís Paulo Peixoto Santos" userId="1bcb44e7-5d82-436c-b2eb-8036fed75eb8" providerId="ADAL" clId="{10CBD472-44B5-5CDB-B0A6-8736312077FE}" dt="2026-03-12T20:03:23.286" v="9694" actId="20577"/>
          <ac:spMkLst>
            <pc:docMk/>
            <pc:sldMk cId="2708745770" sldId="330"/>
            <ac:spMk id="193" creationId="{38D667F4-051E-8445-A967-6ED269A9DB71}"/>
          </ac:spMkLst>
        </pc:spChg>
        <pc:spChg chg="mod">
          <ac:chgData name="Luís Paulo Peixoto Santos" userId="1bcb44e7-5d82-436c-b2eb-8036fed75eb8" providerId="ADAL" clId="{10CBD472-44B5-5CDB-B0A6-8736312077FE}" dt="2026-03-12T20:03:26.644" v="9695" actId="20577"/>
          <ac:spMkLst>
            <pc:docMk/>
            <pc:sldMk cId="2708745770" sldId="330"/>
            <ac:spMk id="196" creationId="{7AD7E997-4E3F-9E07-4AD0-B329EBB38F9E}"/>
          </ac:spMkLst>
        </pc:spChg>
        <pc:cxnChg chg="mod">
          <ac:chgData name="Luís Paulo Peixoto Santos" userId="1bcb44e7-5d82-436c-b2eb-8036fed75eb8" providerId="ADAL" clId="{10CBD472-44B5-5CDB-B0A6-8736312077FE}" dt="2026-03-12T20:03:51.160" v="9725" actId="14100"/>
          <ac:cxnSpMkLst>
            <pc:docMk/>
            <pc:sldMk cId="2708745770" sldId="330"/>
            <ac:cxnSpMk id="212" creationId="{34838005-F6D0-B38E-3C97-3FA935B505F0}"/>
          </ac:cxnSpMkLst>
        </pc:cxnChg>
        <pc:cxnChg chg="mod">
          <ac:chgData name="Luís Paulo Peixoto Santos" userId="1bcb44e7-5d82-436c-b2eb-8036fed75eb8" providerId="ADAL" clId="{10CBD472-44B5-5CDB-B0A6-8736312077FE}" dt="2026-03-12T20:03:35.411" v="9724" actId="1035"/>
          <ac:cxnSpMkLst>
            <pc:docMk/>
            <pc:sldMk cId="2708745770" sldId="330"/>
            <ac:cxnSpMk id="213" creationId="{A8567111-C2DA-3228-E7E9-B7734E1B3B4E}"/>
          </ac:cxnSpMkLst>
        </pc:cxnChg>
        <pc:cxnChg chg="mod">
          <ac:chgData name="Luís Paulo Peixoto Santos" userId="1bcb44e7-5d82-436c-b2eb-8036fed75eb8" providerId="ADAL" clId="{10CBD472-44B5-5CDB-B0A6-8736312077FE}" dt="2026-03-12T20:04:13.448" v="9727" actId="14100"/>
          <ac:cxnSpMkLst>
            <pc:docMk/>
            <pc:sldMk cId="2708745770" sldId="330"/>
            <ac:cxnSpMk id="219" creationId="{84592E68-2748-60A3-967C-49222EBA8772}"/>
          </ac:cxnSpMkLst>
        </pc:cxnChg>
      </pc:sldChg>
      <pc:sldChg chg="addSp delSp modSp add mod delAnim modAnim">
        <pc:chgData name="Luís Paulo Peixoto Santos" userId="1bcb44e7-5d82-436c-b2eb-8036fed75eb8" providerId="ADAL" clId="{10CBD472-44B5-5CDB-B0A6-8736312077FE}" dt="2026-03-12T19:28:41.290" v="9502" actId="14100"/>
        <pc:sldMkLst>
          <pc:docMk/>
          <pc:sldMk cId="2485446667" sldId="331"/>
        </pc:sldMkLst>
        <pc:spChg chg="mod">
          <ac:chgData name="Luís Paulo Peixoto Santos" userId="1bcb44e7-5d82-436c-b2eb-8036fed75eb8" providerId="ADAL" clId="{10CBD472-44B5-5CDB-B0A6-8736312077FE}" dt="2026-03-12T18:38:57.311" v="9121" actId="404"/>
          <ac:spMkLst>
            <pc:docMk/>
            <pc:sldMk cId="2485446667" sldId="331"/>
            <ac:spMk id="2" creationId="{BE2F57EC-759C-DEB9-FED5-5FCCE46E73CA}"/>
          </ac:spMkLst>
        </pc:spChg>
        <pc:spChg chg="add mod">
          <ac:chgData name="Luís Paulo Peixoto Santos" userId="1bcb44e7-5d82-436c-b2eb-8036fed75eb8" providerId="ADAL" clId="{10CBD472-44B5-5CDB-B0A6-8736312077FE}" dt="2026-03-12T18:55:19.472" v="9345" actId="1037"/>
          <ac:spMkLst>
            <pc:docMk/>
            <pc:sldMk cId="2485446667" sldId="331"/>
            <ac:spMk id="10" creationId="{5A6A1DE6-ACEB-966A-A435-8876B608AADA}"/>
          </ac:spMkLst>
        </pc:spChg>
        <pc:spChg chg="add mod">
          <ac:chgData name="Luís Paulo Peixoto Santos" userId="1bcb44e7-5d82-436c-b2eb-8036fed75eb8" providerId="ADAL" clId="{10CBD472-44B5-5CDB-B0A6-8736312077FE}" dt="2026-03-12T18:57:06.590" v="9449" actId="1035"/>
          <ac:spMkLst>
            <pc:docMk/>
            <pc:sldMk cId="2485446667" sldId="331"/>
            <ac:spMk id="23" creationId="{C38DF8DC-DDD6-31AE-D884-187B04038E85}"/>
          </ac:spMkLst>
        </pc:spChg>
        <pc:spChg chg="add mod">
          <ac:chgData name="Luís Paulo Peixoto Santos" userId="1bcb44e7-5d82-436c-b2eb-8036fed75eb8" providerId="ADAL" clId="{10CBD472-44B5-5CDB-B0A6-8736312077FE}" dt="2026-03-12T18:57:51.845" v="9459" actId="1076"/>
          <ac:spMkLst>
            <pc:docMk/>
            <pc:sldMk cId="2485446667" sldId="331"/>
            <ac:spMk id="28" creationId="{F6264BF4-9225-F40B-C43F-5C4930CB73A4}"/>
          </ac:spMkLst>
        </pc:spChg>
        <pc:spChg chg="add mod">
          <ac:chgData name="Luís Paulo Peixoto Santos" userId="1bcb44e7-5d82-436c-b2eb-8036fed75eb8" providerId="ADAL" clId="{10CBD472-44B5-5CDB-B0A6-8736312077FE}" dt="2026-03-12T18:57:44.920" v="9457" actId="1076"/>
          <ac:spMkLst>
            <pc:docMk/>
            <pc:sldMk cId="2485446667" sldId="331"/>
            <ac:spMk id="30" creationId="{AF65C3B6-DB5E-493F-DF3A-23AE71DE3A63}"/>
          </ac:spMkLst>
        </pc:spChg>
        <pc:spChg chg="mod">
          <ac:chgData name="Luís Paulo Peixoto Santos" userId="1bcb44e7-5d82-436c-b2eb-8036fed75eb8" providerId="ADAL" clId="{10CBD472-44B5-5CDB-B0A6-8736312077FE}" dt="2026-03-12T18:52:13.972" v="9192" actId="1035"/>
          <ac:spMkLst>
            <pc:docMk/>
            <pc:sldMk cId="2485446667" sldId="331"/>
            <ac:spMk id="32" creationId="{6063EAF7-39EB-C565-F759-7E60C1B83588}"/>
          </ac:spMkLst>
        </pc:spChg>
        <pc:spChg chg="mod">
          <ac:chgData name="Luís Paulo Peixoto Santos" userId="1bcb44e7-5d82-436c-b2eb-8036fed75eb8" providerId="ADAL" clId="{10CBD472-44B5-5CDB-B0A6-8736312077FE}" dt="2026-03-12T18:52:26.271" v="9243" actId="1037"/>
          <ac:spMkLst>
            <pc:docMk/>
            <pc:sldMk cId="2485446667" sldId="331"/>
            <ac:spMk id="33" creationId="{718FEACB-1A31-9034-0DF8-B59B1BA56152}"/>
          </ac:spMkLst>
        </pc:spChg>
        <pc:spChg chg="mod">
          <ac:chgData name="Luís Paulo Peixoto Santos" userId="1bcb44e7-5d82-436c-b2eb-8036fed75eb8" providerId="ADAL" clId="{10CBD472-44B5-5CDB-B0A6-8736312077FE}" dt="2026-03-12T18:52:46.101" v="9245" actId="1076"/>
          <ac:spMkLst>
            <pc:docMk/>
            <pc:sldMk cId="2485446667" sldId="331"/>
            <ac:spMk id="36" creationId="{9C8CDBC9-3834-9CB6-8160-F1C397B95F3B}"/>
          </ac:spMkLst>
        </pc:spChg>
        <pc:spChg chg="mod">
          <ac:chgData name="Luís Paulo Peixoto Santos" userId="1bcb44e7-5d82-436c-b2eb-8036fed75eb8" providerId="ADAL" clId="{10CBD472-44B5-5CDB-B0A6-8736312077FE}" dt="2026-03-12T18:52:41.245" v="9244" actId="1076"/>
          <ac:spMkLst>
            <pc:docMk/>
            <pc:sldMk cId="2485446667" sldId="331"/>
            <ac:spMk id="37" creationId="{9B5F161D-8570-C77D-8765-68E0CBCAF45F}"/>
          </ac:spMkLst>
        </pc:spChg>
        <pc:spChg chg="mod">
          <ac:chgData name="Luís Paulo Peixoto Santos" userId="1bcb44e7-5d82-436c-b2eb-8036fed75eb8" providerId="ADAL" clId="{10CBD472-44B5-5CDB-B0A6-8736312077FE}" dt="2026-03-12T18:56:15.585" v="9349" actId="1076"/>
          <ac:spMkLst>
            <pc:docMk/>
            <pc:sldMk cId="2485446667" sldId="331"/>
            <ac:spMk id="38" creationId="{3EF1B265-C3EA-EC17-CC78-3522A5FDBF59}"/>
          </ac:spMkLst>
        </pc:spChg>
        <pc:picChg chg="mod">
          <ac:chgData name="Luís Paulo Peixoto Santos" userId="1bcb44e7-5d82-436c-b2eb-8036fed75eb8" providerId="ADAL" clId="{10CBD472-44B5-5CDB-B0A6-8736312077FE}" dt="2026-03-12T18:52:01.104" v="9137" actId="14100"/>
          <ac:picMkLst>
            <pc:docMk/>
            <pc:sldMk cId="2485446667" sldId="331"/>
            <ac:picMk id="12" creationId="{D0B03EC9-FD60-BFC3-3BCF-80ED3DC2D7BF}"/>
          </ac:picMkLst>
        </pc:picChg>
        <pc:cxnChg chg="add mod">
          <ac:chgData name="Luís Paulo Peixoto Santos" userId="1bcb44e7-5d82-436c-b2eb-8036fed75eb8" providerId="ADAL" clId="{10CBD472-44B5-5CDB-B0A6-8736312077FE}" dt="2026-03-12T19:25:12.003" v="9485" actId="14100"/>
          <ac:cxnSpMkLst>
            <pc:docMk/>
            <pc:sldMk cId="2485446667" sldId="331"/>
            <ac:cxnSpMk id="3" creationId="{C5A2D306-6EAC-E1E9-321B-6E49A20D4C57}"/>
          </ac:cxnSpMkLst>
        </pc:cxnChg>
        <pc:cxnChg chg="add mod">
          <ac:chgData name="Luís Paulo Peixoto Santos" userId="1bcb44e7-5d82-436c-b2eb-8036fed75eb8" providerId="ADAL" clId="{10CBD472-44B5-5CDB-B0A6-8736312077FE}" dt="2026-03-12T18:56:00.295" v="9348" actId="14100"/>
          <ac:cxnSpMkLst>
            <pc:docMk/>
            <pc:sldMk cId="2485446667" sldId="331"/>
            <ac:cxnSpMk id="7" creationId="{6FAD4F62-CEB3-B5EA-6BF2-ED436C623A0C}"/>
          </ac:cxnSpMkLst>
        </pc:cxnChg>
        <pc:cxnChg chg="add mod">
          <ac:chgData name="Luís Paulo Peixoto Santos" userId="1bcb44e7-5d82-436c-b2eb-8036fed75eb8" providerId="ADAL" clId="{10CBD472-44B5-5CDB-B0A6-8736312077FE}" dt="2026-03-12T19:25:35.479" v="9488" actId="14100"/>
          <ac:cxnSpMkLst>
            <pc:docMk/>
            <pc:sldMk cId="2485446667" sldId="331"/>
            <ac:cxnSpMk id="11" creationId="{2EB95C0C-5018-F12C-BF20-87E3D972B1F1}"/>
          </ac:cxnSpMkLst>
        </pc:cxnChg>
        <pc:cxnChg chg="add mod">
          <ac:chgData name="Luís Paulo Peixoto Santos" userId="1bcb44e7-5d82-436c-b2eb-8036fed75eb8" providerId="ADAL" clId="{10CBD472-44B5-5CDB-B0A6-8736312077FE}" dt="2026-03-12T19:27:16.870" v="9492" actId="14100"/>
          <ac:cxnSpMkLst>
            <pc:docMk/>
            <pc:sldMk cId="2485446667" sldId="331"/>
            <ac:cxnSpMk id="15" creationId="{A2FE40F8-FBFB-50A5-771C-CDD92C726A22}"/>
          </ac:cxnSpMkLst>
        </pc:cxnChg>
        <pc:cxnChg chg="add mod">
          <ac:chgData name="Luís Paulo Peixoto Santos" userId="1bcb44e7-5d82-436c-b2eb-8036fed75eb8" providerId="ADAL" clId="{10CBD472-44B5-5CDB-B0A6-8736312077FE}" dt="2026-03-12T19:27:06.839" v="9491" actId="14100"/>
          <ac:cxnSpMkLst>
            <pc:docMk/>
            <pc:sldMk cId="2485446667" sldId="331"/>
            <ac:cxnSpMk id="16" creationId="{17C5B8BD-B5DB-659E-FA64-3657227FBB6C}"/>
          </ac:cxnSpMkLst>
        </pc:cxnChg>
        <pc:cxnChg chg="add mod">
          <ac:chgData name="Luís Paulo Peixoto Santos" userId="1bcb44e7-5d82-436c-b2eb-8036fed75eb8" providerId="ADAL" clId="{10CBD472-44B5-5CDB-B0A6-8736312077FE}" dt="2026-03-12T19:27:27.204" v="9493" actId="14100"/>
          <ac:cxnSpMkLst>
            <pc:docMk/>
            <pc:sldMk cId="2485446667" sldId="331"/>
            <ac:cxnSpMk id="17" creationId="{FC73C20C-185F-82C6-58E4-7E5D7F85B883}"/>
          </ac:cxnSpMkLst>
        </pc:cxnChg>
        <pc:cxnChg chg="add mod">
          <ac:chgData name="Luís Paulo Peixoto Santos" userId="1bcb44e7-5d82-436c-b2eb-8036fed75eb8" providerId="ADAL" clId="{10CBD472-44B5-5CDB-B0A6-8736312077FE}" dt="2026-03-12T19:28:41.290" v="9502" actId="14100"/>
          <ac:cxnSpMkLst>
            <pc:docMk/>
            <pc:sldMk cId="2485446667" sldId="331"/>
            <ac:cxnSpMk id="21" creationId="{8B8DD1BD-D83E-A222-B855-FC9F134AC65B}"/>
          </ac:cxnSpMkLst>
        </pc:cxnChg>
        <pc:cxnChg chg="add mod">
          <ac:chgData name="Luís Paulo Peixoto Santos" userId="1bcb44e7-5d82-436c-b2eb-8036fed75eb8" providerId="ADAL" clId="{10CBD472-44B5-5CDB-B0A6-8736312077FE}" dt="2026-03-12T19:28:29.739" v="9500" actId="14100"/>
          <ac:cxnSpMkLst>
            <pc:docMk/>
            <pc:sldMk cId="2485446667" sldId="331"/>
            <ac:cxnSpMk id="22" creationId="{DDE4A791-AEB1-C15C-3388-FE7F5BCF7D47}"/>
          </ac:cxnSpMkLst>
        </pc:cxnChg>
        <pc:cxnChg chg="add mod">
          <ac:chgData name="Luís Paulo Peixoto Santos" userId="1bcb44e7-5d82-436c-b2eb-8036fed75eb8" providerId="ADAL" clId="{10CBD472-44B5-5CDB-B0A6-8736312077FE}" dt="2026-03-12T18:57:20.536" v="9452" actId="14100"/>
          <ac:cxnSpMkLst>
            <pc:docMk/>
            <pc:sldMk cId="2485446667" sldId="331"/>
            <ac:cxnSpMk id="24" creationId="{D43371A5-7381-0646-4C3A-43686BF3C9E5}"/>
          </ac:cxnSpMkLst>
        </pc:cxnChg>
        <pc:cxnChg chg="add mod">
          <ac:chgData name="Luís Paulo Peixoto Santos" userId="1bcb44e7-5d82-436c-b2eb-8036fed75eb8" providerId="ADAL" clId="{10CBD472-44B5-5CDB-B0A6-8736312077FE}" dt="2026-03-12T19:28:35.698" v="9501" actId="14100"/>
          <ac:cxnSpMkLst>
            <pc:docMk/>
            <pc:sldMk cId="2485446667" sldId="331"/>
            <ac:cxnSpMk id="25" creationId="{389A86FF-418A-6912-6EEB-20FDCED310C5}"/>
          </ac:cxnSpMkLst>
        </pc:cxnChg>
        <pc:cxnChg chg="mod">
          <ac:chgData name="Luís Paulo Peixoto Santos" userId="1bcb44e7-5d82-436c-b2eb-8036fed75eb8" providerId="ADAL" clId="{10CBD472-44B5-5CDB-B0A6-8736312077FE}" dt="2026-03-12T18:52:13.972" v="9192" actId="1035"/>
          <ac:cxnSpMkLst>
            <pc:docMk/>
            <pc:sldMk cId="2485446667" sldId="331"/>
            <ac:cxnSpMk id="31" creationId="{39945B38-4DB8-3478-4D59-62321D3E3586}"/>
          </ac:cxnSpMkLst>
        </pc:cxnChg>
        <pc:cxnChg chg="mod">
          <ac:chgData name="Luís Paulo Peixoto Santos" userId="1bcb44e7-5d82-436c-b2eb-8036fed75eb8" providerId="ADAL" clId="{10CBD472-44B5-5CDB-B0A6-8736312077FE}" dt="2026-03-12T18:52:26.271" v="9243" actId="1037"/>
          <ac:cxnSpMkLst>
            <pc:docMk/>
            <pc:sldMk cId="2485446667" sldId="331"/>
            <ac:cxnSpMk id="34" creationId="{D03B92F0-0E98-0444-9936-00C0F3F1D5E9}"/>
          </ac:cxnSpMkLst>
        </pc:cxnChg>
        <pc:cxnChg chg="add mod">
          <ac:chgData name="Luís Paulo Peixoto Santos" userId="1bcb44e7-5d82-436c-b2eb-8036fed75eb8" providerId="ADAL" clId="{10CBD472-44B5-5CDB-B0A6-8736312077FE}" dt="2026-03-12T19:02:47.474" v="9481" actId="1582"/>
          <ac:cxnSpMkLst>
            <pc:docMk/>
            <pc:sldMk cId="2485446667" sldId="331"/>
            <ac:cxnSpMk id="40" creationId="{B8A69BEA-CA5F-97F9-D824-E61C4786E3CC}"/>
          </ac:cxnSpMkLst>
        </pc:cxnChg>
      </pc:sldChg>
      <pc:sldChg chg="addSp delSp modSp add mod ord delAnim modAnim">
        <pc:chgData name="Luís Paulo Peixoto Santos" userId="1bcb44e7-5d82-436c-b2eb-8036fed75eb8" providerId="ADAL" clId="{10CBD472-44B5-5CDB-B0A6-8736312077FE}" dt="2026-03-12T20:33:56.859" v="9834"/>
        <pc:sldMkLst>
          <pc:docMk/>
          <pc:sldMk cId="1858815481" sldId="332"/>
        </pc:sldMkLst>
        <pc:spChg chg="mod">
          <ac:chgData name="Luís Paulo Peixoto Santos" userId="1bcb44e7-5d82-436c-b2eb-8036fed75eb8" providerId="ADAL" clId="{10CBD472-44B5-5CDB-B0A6-8736312077FE}" dt="2026-03-12T19:29:40.565" v="9517" actId="20577"/>
          <ac:spMkLst>
            <pc:docMk/>
            <pc:sldMk cId="1858815481" sldId="332"/>
            <ac:spMk id="2" creationId="{2F7DBEDD-9DFD-D065-0759-F41809E36631}"/>
          </ac:spMkLst>
        </pc:spChg>
        <pc:spChg chg="mod">
          <ac:chgData name="Luís Paulo Peixoto Santos" userId="1bcb44e7-5d82-436c-b2eb-8036fed75eb8" providerId="ADAL" clId="{10CBD472-44B5-5CDB-B0A6-8736312077FE}" dt="2026-03-12T20:32:49.610" v="9826" actId="1076"/>
          <ac:spMkLst>
            <pc:docMk/>
            <pc:sldMk cId="1858815481" sldId="332"/>
            <ac:spMk id="6" creationId="{E20C4B5B-8B34-4F32-C1F7-FDBB0BB446A7}"/>
          </ac:spMkLst>
        </pc:spChg>
        <pc:spChg chg="add mod">
          <ac:chgData name="Luís Paulo Peixoto Santos" userId="1bcb44e7-5d82-436c-b2eb-8036fed75eb8" providerId="ADAL" clId="{10CBD472-44B5-5CDB-B0A6-8736312077FE}" dt="2026-03-12T19:48:27.535" v="9619" actId="1076"/>
          <ac:spMkLst>
            <pc:docMk/>
            <pc:sldMk cId="1858815481" sldId="332"/>
            <ac:spMk id="23" creationId="{0111DA97-BAC8-65F6-4627-2AC8DE76A3FC}"/>
          </ac:spMkLst>
        </pc:spChg>
        <pc:spChg chg="add mod">
          <ac:chgData name="Luís Paulo Peixoto Santos" userId="1bcb44e7-5d82-436c-b2eb-8036fed75eb8" providerId="ADAL" clId="{10CBD472-44B5-5CDB-B0A6-8736312077FE}" dt="2026-03-12T19:50:48.309" v="9633" actId="20577"/>
          <ac:spMkLst>
            <pc:docMk/>
            <pc:sldMk cId="1858815481" sldId="332"/>
            <ac:spMk id="24" creationId="{5E34C8EE-AFF6-067C-F57C-EF0520444A55}"/>
          </ac:spMkLst>
        </pc:spChg>
        <pc:spChg chg="add mod">
          <ac:chgData name="Luís Paulo Peixoto Santos" userId="1bcb44e7-5d82-436c-b2eb-8036fed75eb8" providerId="ADAL" clId="{10CBD472-44B5-5CDB-B0A6-8736312077FE}" dt="2026-03-12T19:52:12.777" v="9645" actId="20577"/>
          <ac:spMkLst>
            <pc:docMk/>
            <pc:sldMk cId="1858815481" sldId="332"/>
            <ac:spMk id="25" creationId="{4DBD579E-BB77-A0B2-ECEA-5617E5AB8EB7}"/>
          </ac:spMkLst>
        </pc:spChg>
        <pc:spChg chg="add mod">
          <ac:chgData name="Luís Paulo Peixoto Santos" userId="1bcb44e7-5d82-436c-b2eb-8036fed75eb8" providerId="ADAL" clId="{10CBD472-44B5-5CDB-B0A6-8736312077FE}" dt="2026-03-12T20:08:15.715" v="9757" actId="1076"/>
          <ac:spMkLst>
            <pc:docMk/>
            <pc:sldMk cId="1858815481" sldId="332"/>
            <ac:spMk id="34" creationId="{1617169D-7FC3-E80B-0395-EC557C87283A}"/>
          </ac:spMkLst>
        </pc:spChg>
        <pc:spChg chg="add mod">
          <ac:chgData name="Luís Paulo Peixoto Santos" userId="1bcb44e7-5d82-436c-b2eb-8036fed75eb8" providerId="ADAL" clId="{10CBD472-44B5-5CDB-B0A6-8736312077FE}" dt="2026-03-12T20:33:00.988" v="9833" actId="1035"/>
          <ac:spMkLst>
            <pc:docMk/>
            <pc:sldMk cId="1858815481" sldId="332"/>
            <ac:spMk id="36" creationId="{8567FEF0-F59E-DF5A-9491-6D85407B8E3A}"/>
          </ac:spMkLst>
        </pc:spChg>
        <pc:spChg chg="mod">
          <ac:chgData name="Luís Paulo Peixoto Santos" userId="1bcb44e7-5d82-436c-b2eb-8036fed75eb8" providerId="ADAL" clId="{10CBD472-44B5-5CDB-B0A6-8736312077FE}" dt="2026-03-12T19:45:30.654" v="9592" actId="1035"/>
          <ac:spMkLst>
            <pc:docMk/>
            <pc:sldMk cId="1858815481" sldId="332"/>
            <ac:spMk id="205" creationId="{93C8323D-3B27-2B24-9150-3BBD82D7BB5F}"/>
          </ac:spMkLst>
        </pc:spChg>
        <pc:spChg chg="mod">
          <ac:chgData name="Luís Paulo Peixoto Santos" userId="1bcb44e7-5d82-436c-b2eb-8036fed75eb8" providerId="ADAL" clId="{10CBD472-44B5-5CDB-B0A6-8736312077FE}" dt="2026-03-12T19:45:30.654" v="9592" actId="1035"/>
          <ac:spMkLst>
            <pc:docMk/>
            <pc:sldMk cId="1858815481" sldId="332"/>
            <ac:spMk id="206" creationId="{ED161592-82B5-BAB5-394E-D678B316B908}"/>
          </ac:spMkLst>
        </pc:spChg>
        <pc:cxnChg chg="add mod">
          <ac:chgData name="Luís Paulo Peixoto Santos" userId="1bcb44e7-5d82-436c-b2eb-8036fed75eb8" providerId="ADAL" clId="{10CBD472-44B5-5CDB-B0A6-8736312077FE}" dt="2026-03-12T19:55:09.566" v="9646" actId="14100"/>
          <ac:cxnSpMkLst>
            <pc:docMk/>
            <pc:sldMk cId="1858815481" sldId="332"/>
            <ac:cxnSpMk id="8" creationId="{62EA0C0F-949D-9218-C5EA-17DAED068DE3}"/>
          </ac:cxnSpMkLst>
        </pc:cxnChg>
        <pc:cxnChg chg="add mod">
          <ac:chgData name="Luís Paulo Peixoto Santos" userId="1bcb44e7-5d82-436c-b2eb-8036fed75eb8" providerId="ADAL" clId="{10CBD472-44B5-5CDB-B0A6-8736312077FE}" dt="2026-03-12T19:56:22.013" v="9649" actId="14100"/>
          <ac:cxnSpMkLst>
            <pc:docMk/>
            <pc:sldMk cId="1858815481" sldId="332"/>
            <ac:cxnSpMk id="14" creationId="{7B22EF14-5870-AD95-A346-8A0E61D4939D}"/>
          </ac:cxnSpMkLst>
        </pc:cxnChg>
        <pc:cxnChg chg="add mod">
          <ac:chgData name="Luís Paulo Peixoto Santos" userId="1bcb44e7-5d82-436c-b2eb-8036fed75eb8" providerId="ADAL" clId="{10CBD472-44B5-5CDB-B0A6-8736312077FE}" dt="2026-03-12T20:07:05.558" v="9755" actId="14100"/>
          <ac:cxnSpMkLst>
            <pc:docMk/>
            <pc:sldMk cId="1858815481" sldId="332"/>
            <ac:cxnSpMk id="17" creationId="{ECDE323C-E8D5-9074-14AC-94991231D793}"/>
          </ac:cxnSpMkLst>
        </pc:cxnChg>
        <pc:cxnChg chg="add mod">
          <ac:chgData name="Luís Paulo Peixoto Santos" userId="1bcb44e7-5d82-436c-b2eb-8036fed75eb8" providerId="ADAL" clId="{10CBD472-44B5-5CDB-B0A6-8736312077FE}" dt="2026-03-12T19:56:29.300" v="9650" actId="14100"/>
          <ac:cxnSpMkLst>
            <pc:docMk/>
            <pc:sldMk cId="1858815481" sldId="332"/>
            <ac:cxnSpMk id="20" creationId="{762F7635-9DB7-6751-2CBD-73ECA177AFCF}"/>
          </ac:cxnSpMkLst>
        </pc:cxnChg>
        <pc:cxnChg chg="mod">
          <ac:chgData name="Luís Paulo Peixoto Santos" userId="1bcb44e7-5d82-436c-b2eb-8036fed75eb8" providerId="ADAL" clId="{10CBD472-44B5-5CDB-B0A6-8736312077FE}" dt="2026-03-12T20:05:35.386" v="9754" actId="14100"/>
          <ac:cxnSpMkLst>
            <pc:docMk/>
            <pc:sldMk cId="1858815481" sldId="332"/>
            <ac:cxnSpMk id="212" creationId="{25980B81-A3EE-47A4-FBCC-E725268CB318}"/>
          </ac:cxnSpMkLst>
        </pc:cxnChg>
        <pc:cxnChg chg="mod">
          <ac:chgData name="Luís Paulo Peixoto Santos" userId="1bcb44e7-5d82-436c-b2eb-8036fed75eb8" providerId="ADAL" clId="{10CBD472-44B5-5CDB-B0A6-8736312077FE}" dt="2026-03-12T20:05:25.021" v="9752" actId="1035"/>
          <ac:cxnSpMkLst>
            <pc:docMk/>
            <pc:sldMk cId="1858815481" sldId="332"/>
            <ac:cxnSpMk id="213" creationId="{77D8FF4C-65A8-A6A4-F685-A637E928C744}"/>
          </ac:cxnSpMkLst>
        </pc:cxnChg>
        <pc:cxnChg chg="mod">
          <ac:chgData name="Luís Paulo Peixoto Santos" userId="1bcb44e7-5d82-436c-b2eb-8036fed75eb8" providerId="ADAL" clId="{10CBD472-44B5-5CDB-B0A6-8736312077FE}" dt="2026-03-12T20:05:30.934" v="9753" actId="14100"/>
          <ac:cxnSpMkLst>
            <pc:docMk/>
            <pc:sldMk cId="1858815481" sldId="332"/>
            <ac:cxnSpMk id="219" creationId="{7FCA0862-795E-A32E-D765-9F91009BDEC4}"/>
          </ac:cxnSpMkLst>
        </pc:cxnChg>
      </pc:sldChg>
      <pc:sldChg chg="addSp delSp modSp add mod delAnim modAnim">
        <pc:chgData name="Luís Paulo Peixoto Santos" userId="1bcb44e7-5d82-436c-b2eb-8036fed75eb8" providerId="ADAL" clId="{10CBD472-44B5-5CDB-B0A6-8736312077FE}" dt="2026-03-13T21:25:55.372" v="12821" actId="20577"/>
        <pc:sldMkLst>
          <pc:docMk/>
          <pc:sldMk cId="4052528144" sldId="333"/>
        </pc:sldMkLst>
        <pc:spChg chg="add mod">
          <ac:chgData name="Luís Paulo Peixoto Santos" userId="1bcb44e7-5d82-436c-b2eb-8036fed75eb8" providerId="ADAL" clId="{10CBD472-44B5-5CDB-B0A6-8736312077FE}" dt="2026-03-12T20:44:48.891" v="9853" actId="20577"/>
          <ac:spMkLst>
            <pc:docMk/>
            <pc:sldMk cId="4052528144" sldId="333"/>
            <ac:spMk id="3" creationId="{5BD789E6-4866-BB03-751D-8091701BEBF4}"/>
          </ac:spMkLst>
        </pc:spChg>
        <pc:spChg chg="add mod">
          <ac:chgData name="Luís Paulo Peixoto Santos" userId="1bcb44e7-5d82-436c-b2eb-8036fed75eb8" providerId="ADAL" clId="{10CBD472-44B5-5CDB-B0A6-8736312077FE}" dt="2026-03-13T21:25:55.372" v="12821" actId="20577"/>
          <ac:spMkLst>
            <pc:docMk/>
            <pc:sldMk cId="4052528144" sldId="333"/>
            <ac:spMk id="11" creationId="{2AAFB95F-F711-FEEE-A5AF-3C8A92BBE764}"/>
          </ac:spMkLst>
        </pc:spChg>
        <pc:spChg chg="mod">
          <ac:chgData name="Luís Paulo Peixoto Santos" userId="1bcb44e7-5d82-436c-b2eb-8036fed75eb8" providerId="ADAL" clId="{10CBD472-44B5-5CDB-B0A6-8736312077FE}" dt="2026-03-12T20:56:36.164" v="10039" actId="1035"/>
          <ac:spMkLst>
            <pc:docMk/>
            <pc:sldMk cId="4052528144" sldId="333"/>
            <ac:spMk id="205" creationId="{568F3E05-4D6D-5F57-AAFF-A783649344CF}"/>
          </ac:spMkLst>
        </pc:spChg>
      </pc:sldChg>
      <pc:sldChg chg="addSp delSp modSp add mod delAnim modAnim">
        <pc:chgData name="Luís Paulo Peixoto Santos" userId="1bcb44e7-5d82-436c-b2eb-8036fed75eb8" providerId="ADAL" clId="{10CBD472-44B5-5CDB-B0A6-8736312077FE}" dt="2026-03-13T11:28:48.286" v="10357"/>
        <pc:sldMkLst>
          <pc:docMk/>
          <pc:sldMk cId="1453347213" sldId="334"/>
        </pc:sldMkLst>
        <pc:spChg chg="mod">
          <ac:chgData name="Luís Paulo Peixoto Santos" userId="1bcb44e7-5d82-436c-b2eb-8036fed75eb8" providerId="ADAL" clId="{10CBD472-44B5-5CDB-B0A6-8736312077FE}" dt="2026-03-12T21:07:14.991" v="10121" actId="404"/>
          <ac:spMkLst>
            <pc:docMk/>
            <pc:sldMk cId="1453347213" sldId="334"/>
            <ac:spMk id="2" creationId="{03AEF596-3A7F-D19B-5622-F0B19B0F6AEA}"/>
          </ac:spMkLst>
        </pc:spChg>
        <pc:spChg chg="mod">
          <ac:chgData name="Luís Paulo Peixoto Santos" userId="1bcb44e7-5d82-436c-b2eb-8036fed75eb8" providerId="ADAL" clId="{10CBD472-44B5-5CDB-B0A6-8736312077FE}" dt="2026-03-12T21:13:37.177" v="10145" actId="1076"/>
          <ac:spMkLst>
            <pc:docMk/>
            <pc:sldMk cId="1453347213" sldId="334"/>
            <ac:spMk id="3" creationId="{C1E93135-366B-C03C-BDEC-F2A87323864E}"/>
          </ac:spMkLst>
        </pc:spChg>
        <pc:spChg chg="add mod">
          <ac:chgData name="Luís Paulo Peixoto Santos" userId="1bcb44e7-5d82-436c-b2eb-8036fed75eb8" providerId="ADAL" clId="{10CBD472-44B5-5CDB-B0A6-8736312077FE}" dt="2026-03-13T11:25:56.868" v="10338" actId="12789"/>
          <ac:spMkLst>
            <pc:docMk/>
            <pc:sldMk cId="1453347213" sldId="334"/>
            <ac:spMk id="6" creationId="{9C075477-9B67-DC21-6FF4-DCD6E72CA673}"/>
          </ac:spMkLst>
        </pc:spChg>
        <pc:spChg chg="add mod">
          <ac:chgData name="Luís Paulo Peixoto Santos" userId="1bcb44e7-5d82-436c-b2eb-8036fed75eb8" providerId="ADAL" clId="{10CBD472-44B5-5CDB-B0A6-8736312077FE}" dt="2026-03-13T11:25:56.868" v="10338" actId="12789"/>
          <ac:spMkLst>
            <pc:docMk/>
            <pc:sldMk cId="1453347213" sldId="334"/>
            <ac:spMk id="7" creationId="{FFCA6B91-C78A-AE23-6941-103D7A738F5A}"/>
          </ac:spMkLst>
        </pc:spChg>
        <pc:spChg chg="add mod">
          <ac:chgData name="Luís Paulo Peixoto Santos" userId="1bcb44e7-5d82-436c-b2eb-8036fed75eb8" providerId="ADAL" clId="{10CBD472-44B5-5CDB-B0A6-8736312077FE}" dt="2026-03-13T11:25:56.868" v="10338" actId="12789"/>
          <ac:spMkLst>
            <pc:docMk/>
            <pc:sldMk cId="1453347213" sldId="334"/>
            <ac:spMk id="9" creationId="{38981B7E-3C6D-4D69-768B-0F66BB018A7E}"/>
          </ac:spMkLst>
        </pc:spChg>
        <pc:spChg chg="add mod">
          <ac:chgData name="Luís Paulo Peixoto Santos" userId="1bcb44e7-5d82-436c-b2eb-8036fed75eb8" providerId="ADAL" clId="{10CBD472-44B5-5CDB-B0A6-8736312077FE}" dt="2026-03-13T11:26:49.709" v="10341" actId="207"/>
          <ac:spMkLst>
            <pc:docMk/>
            <pc:sldMk cId="1453347213" sldId="334"/>
            <ac:spMk id="11" creationId="{249ED99E-F1B3-9C96-A3DD-2A5D7B291BD8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27" creationId="{A3B1B9FB-045E-CAC2-6F4F-FB15309C1163}"/>
          </ac:spMkLst>
        </pc:spChg>
        <pc:spChg chg="add mod">
          <ac:chgData name="Luís Paulo Peixoto Santos" userId="1bcb44e7-5d82-436c-b2eb-8036fed75eb8" providerId="ADAL" clId="{10CBD472-44B5-5CDB-B0A6-8736312077FE}" dt="2026-03-13T11:27:00.614" v="10343" actId="1076"/>
          <ac:spMkLst>
            <pc:docMk/>
            <pc:sldMk cId="1453347213" sldId="334"/>
            <ac:spMk id="36" creationId="{00273903-B4CF-B814-CB91-61AA02FFBCA2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43" creationId="{829E3B0A-6FE7-725C-C484-7A874D71D9AB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47" creationId="{0C9B0C5E-5DC0-E676-5E7C-409E17F7406B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54" creationId="{7975BE3D-0124-9AA7-9525-649A2DAC43E5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55" creationId="{38E18366-0124-A67E-75A9-76342B8A42F2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71" creationId="{A6120730-CB7E-8BC5-FBF5-B90C1F567D49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75" creationId="{EC36F7C4-0083-A495-B9EC-4D63A57BA0EF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81" creationId="{92058632-18E1-4366-82D9-6A817A55063D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82" creationId="{A70EA15E-093C-846B-4FA5-91EECEA68DB8}"/>
          </ac:spMkLst>
        </pc:spChg>
        <pc:spChg chg="mod">
          <ac:chgData name="Luís Paulo Peixoto Santos" userId="1bcb44e7-5d82-436c-b2eb-8036fed75eb8" providerId="ADAL" clId="{10CBD472-44B5-5CDB-B0A6-8736312077FE}" dt="2026-03-12T21:10:22.704" v="10128"/>
          <ac:spMkLst>
            <pc:docMk/>
            <pc:sldMk cId="1453347213" sldId="334"/>
            <ac:spMk id="88" creationId="{AAE06FC7-8358-3CA7-563C-2EFD727A4AA6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196" creationId="{0850ED1E-E90D-8D17-2376-9EE5B74C6891}"/>
          </ac:spMkLst>
        </pc:spChg>
        <pc:spChg chg="add mod">
          <ac:chgData name="Luís Paulo Peixoto Santos" userId="1bcb44e7-5d82-436c-b2eb-8036fed75eb8" providerId="ADAL" clId="{10CBD472-44B5-5CDB-B0A6-8736312077FE}" dt="2026-03-13T11:27:16.644" v="10348" actId="207"/>
          <ac:spMkLst>
            <pc:docMk/>
            <pc:sldMk cId="1453347213" sldId="334"/>
            <ac:spMk id="205" creationId="{60C3F5B7-C8C6-0C89-0C98-C24E61694D6D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17" creationId="{C04A4583-5A97-494B-B6E9-EF5E1B6DB719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31" creationId="{DFB97F72-F278-262F-B0BB-831E0E3FE7F2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32" creationId="{9DC7398C-42C0-E930-07FA-9D0DBAD634F5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36" creationId="{90F42B29-06E6-0F58-1B70-1A9468C6D473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45" creationId="{AA0400AF-22F6-11C8-C4D6-72E20F5CBD16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56" creationId="{AB6CE5C2-1DD6-2592-5146-1DB3667D4F79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60" creationId="{72BB5871-6207-BEA8-E148-21CCE2DF92F4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61" creationId="{A374F7C8-FC5C-B66F-1BEB-EAE2D4AD8CBA}"/>
          </ac:spMkLst>
        </pc:spChg>
        <pc:spChg chg="mod">
          <ac:chgData name="Luís Paulo Peixoto Santos" userId="1bcb44e7-5d82-436c-b2eb-8036fed75eb8" providerId="ADAL" clId="{10CBD472-44B5-5CDB-B0A6-8736312077FE}" dt="2026-03-12T21:10:23.882" v="10129"/>
          <ac:spMkLst>
            <pc:docMk/>
            <pc:sldMk cId="1453347213" sldId="334"/>
            <ac:spMk id="264" creationId="{48034AA7-C306-AA82-DAFA-0A997FFD5EFD}"/>
          </ac:spMkLst>
        </pc:spChg>
        <pc:spChg chg="add mod">
          <ac:chgData name="Luís Paulo Peixoto Santos" userId="1bcb44e7-5d82-436c-b2eb-8036fed75eb8" providerId="ADAL" clId="{10CBD472-44B5-5CDB-B0A6-8736312077FE}" dt="2026-03-12T21:31:03.598" v="10268" actId="1076"/>
          <ac:spMkLst>
            <pc:docMk/>
            <pc:sldMk cId="1453347213" sldId="334"/>
            <ac:spMk id="267" creationId="{A98006DF-D9E1-D485-CF67-73157239FA8D}"/>
          </ac:spMkLst>
        </pc:spChg>
        <pc:grpChg chg="add mod">
          <ac:chgData name="Luís Paulo Peixoto Santos" userId="1bcb44e7-5d82-436c-b2eb-8036fed75eb8" providerId="ADAL" clId="{10CBD472-44B5-5CDB-B0A6-8736312077FE}" dt="2026-03-12T21:18:37.495" v="10219" actId="12789"/>
          <ac:grpSpMkLst>
            <pc:docMk/>
            <pc:sldMk cId="1453347213" sldId="334"/>
            <ac:grpSpMk id="20" creationId="{8467F41F-DB2F-4978-9972-28221D611F27}"/>
          </ac:grpSpMkLst>
        </pc:grpChg>
        <pc:grpChg chg="mod">
          <ac:chgData name="Luís Paulo Peixoto Santos" userId="1bcb44e7-5d82-436c-b2eb-8036fed75eb8" providerId="ADAL" clId="{10CBD472-44B5-5CDB-B0A6-8736312077FE}" dt="2026-03-12T21:18:37.495" v="10219" actId="12789"/>
          <ac:grpSpMkLst>
            <pc:docMk/>
            <pc:sldMk cId="1453347213" sldId="334"/>
            <ac:grpSpMk id="21" creationId="{6C9F8DAA-EF05-E1BB-E364-AC88D1BA71DD}"/>
          </ac:grpSpMkLst>
        </pc:grpChg>
        <pc:grpChg chg="mod">
          <ac:chgData name="Luís Paulo Peixoto Santos" userId="1bcb44e7-5d82-436c-b2eb-8036fed75eb8" providerId="ADAL" clId="{10CBD472-44B5-5CDB-B0A6-8736312077FE}" dt="2026-03-12T21:18:37.495" v="10219" actId="12789"/>
          <ac:grpSpMkLst>
            <pc:docMk/>
            <pc:sldMk cId="1453347213" sldId="334"/>
            <ac:grpSpMk id="90" creationId="{99CD5ABF-395C-8666-385F-8640C9E06C7E}"/>
          </ac:grpSpMkLst>
        </pc:grpChg>
        <pc:grpChg chg="mod">
          <ac:chgData name="Luís Paulo Peixoto Santos" userId="1bcb44e7-5d82-436c-b2eb-8036fed75eb8" providerId="ADAL" clId="{10CBD472-44B5-5CDB-B0A6-8736312077FE}" dt="2026-03-12T21:10:13.236" v="10127" actId="164"/>
          <ac:grpSpMkLst>
            <pc:docMk/>
            <pc:sldMk cId="1453347213" sldId="334"/>
            <ac:grpSpMk id="97" creationId="{01F1CD09-C21B-265E-6277-B97945D68182}"/>
          </ac:grpSpMkLst>
        </pc:grpChg>
        <pc:grpChg chg="add del mod">
          <ac:chgData name="Luís Paulo Peixoto Santos" userId="1bcb44e7-5d82-436c-b2eb-8036fed75eb8" providerId="ADAL" clId="{10CBD472-44B5-5CDB-B0A6-8736312077FE}" dt="2026-03-13T11:15:56.097" v="10269" actId="478"/>
          <ac:grpSpMkLst>
            <pc:docMk/>
            <pc:sldMk cId="1453347213" sldId="334"/>
            <ac:grpSpMk id="266" creationId="{25338DD1-65E3-CAB8-008A-3ABF2E8C0675}"/>
          </ac:grpSpMkLst>
        </pc:grpChg>
        <pc:cxnChg chg="mod">
          <ac:chgData name="Luís Paulo Peixoto Santos" userId="1bcb44e7-5d82-436c-b2eb-8036fed75eb8" providerId="ADAL" clId="{10CBD472-44B5-5CDB-B0A6-8736312077FE}" dt="2026-03-12T21:10:13.236" v="10127" actId="164"/>
          <ac:cxnSpMkLst>
            <pc:docMk/>
            <pc:sldMk cId="1453347213" sldId="334"/>
            <ac:cxnSpMk id="8" creationId="{1918FB97-DE22-5F82-B1BD-BFFEBFBFD009}"/>
          </ac:cxnSpMkLst>
        </pc:cxnChg>
        <pc:cxnChg chg="add mod">
          <ac:chgData name="Luís Paulo Peixoto Santos" userId="1bcb44e7-5d82-436c-b2eb-8036fed75eb8" providerId="ADAL" clId="{10CBD472-44B5-5CDB-B0A6-8736312077FE}" dt="2026-03-12T21:10:13.236" v="10127" actId="164"/>
          <ac:cxnSpMkLst>
            <pc:docMk/>
            <pc:sldMk cId="1453347213" sldId="334"/>
            <ac:cxnSpMk id="10" creationId="{3465260F-AC84-7AA4-5E6B-911BC3D6E6E0}"/>
          </ac:cxnSpMkLst>
        </pc:cxnChg>
        <pc:cxnChg chg="mod">
          <ac:chgData name="Luís Paulo Peixoto Santos" userId="1bcb44e7-5d82-436c-b2eb-8036fed75eb8" providerId="ADAL" clId="{10CBD472-44B5-5CDB-B0A6-8736312077FE}" dt="2026-03-12T21:10:13.236" v="10127" actId="164"/>
          <ac:cxnSpMkLst>
            <pc:docMk/>
            <pc:sldMk cId="1453347213" sldId="334"/>
            <ac:cxnSpMk id="14" creationId="{8A574A74-C03E-55DC-279E-CBED28573CFA}"/>
          </ac:cxnSpMkLst>
        </pc:cxnChg>
        <pc:cxnChg chg="mod">
          <ac:chgData name="Luís Paulo Peixoto Santos" userId="1bcb44e7-5d82-436c-b2eb-8036fed75eb8" providerId="ADAL" clId="{10CBD472-44B5-5CDB-B0A6-8736312077FE}" dt="2026-03-12T21:13:00.443" v="10139" actId="208"/>
          <ac:cxnSpMkLst>
            <pc:docMk/>
            <pc:sldMk cId="1453347213" sldId="334"/>
            <ac:cxnSpMk id="23" creationId="{71A47924-3097-5C1E-350D-8DB0E0AE96A6}"/>
          </ac:cxnSpMkLst>
        </pc:cxnChg>
        <pc:cxnChg chg="mod">
          <ac:chgData name="Luís Paulo Peixoto Santos" userId="1bcb44e7-5d82-436c-b2eb-8036fed75eb8" providerId="ADAL" clId="{10CBD472-44B5-5CDB-B0A6-8736312077FE}" dt="2026-03-12T21:12:49.923" v="10138"/>
          <ac:cxnSpMkLst>
            <pc:docMk/>
            <pc:sldMk cId="1453347213" sldId="334"/>
            <ac:cxnSpMk id="24" creationId="{2F58ED7F-B0F5-83A0-CE6B-1C10585FE1E0}"/>
          </ac:cxnSpMkLst>
        </pc:cxnChg>
        <pc:cxnChg chg="mod">
          <ac:chgData name="Luís Paulo Peixoto Santos" userId="1bcb44e7-5d82-436c-b2eb-8036fed75eb8" providerId="ADAL" clId="{10CBD472-44B5-5CDB-B0A6-8736312077FE}" dt="2026-03-12T21:12:30.205" v="10136" actId="208"/>
          <ac:cxnSpMkLst>
            <pc:docMk/>
            <pc:sldMk cId="1453347213" sldId="334"/>
            <ac:cxnSpMk id="25" creationId="{41057D12-3DF7-3B1B-5635-CCB7B0BBD42E}"/>
          </ac:cxnSpMkLst>
        </pc:cxnChg>
        <pc:cxnChg chg="mod">
          <ac:chgData name="Luís Paulo Peixoto Santos" userId="1bcb44e7-5d82-436c-b2eb-8036fed75eb8" providerId="ADAL" clId="{10CBD472-44B5-5CDB-B0A6-8736312077FE}" dt="2026-03-12T21:11:55.572" v="10133" actId="208"/>
          <ac:cxnSpMkLst>
            <pc:docMk/>
            <pc:sldMk cId="1453347213" sldId="334"/>
            <ac:cxnSpMk id="93" creationId="{2C2AD7B2-5911-36F4-7D67-B26190ADD991}"/>
          </ac:cxnSpMkLst>
        </pc:cxnChg>
        <pc:cxnChg chg="mod">
          <ac:chgData name="Luís Paulo Peixoto Santos" userId="1bcb44e7-5d82-436c-b2eb-8036fed75eb8" providerId="ADAL" clId="{10CBD472-44B5-5CDB-B0A6-8736312077FE}" dt="2026-03-12T21:11:36.071" v="10131" actId="208"/>
          <ac:cxnSpMkLst>
            <pc:docMk/>
            <pc:sldMk cId="1453347213" sldId="334"/>
            <ac:cxnSpMk id="94" creationId="{F19979E3-AD83-629F-C2B4-3C0834BFE5BD}"/>
          </ac:cxnSpMkLst>
        </pc:cxnChg>
      </pc:sldChg>
      <pc:sldChg chg="addSp delSp modSp new mod modAnim">
        <pc:chgData name="Luís Paulo Peixoto Santos" userId="1bcb44e7-5d82-436c-b2eb-8036fed75eb8" providerId="ADAL" clId="{10CBD472-44B5-5CDB-B0A6-8736312077FE}" dt="2026-03-13T15:24:35.178" v="10551" actId="20577"/>
        <pc:sldMkLst>
          <pc:docMk/>
          <pc:sldMk cId="2779206643" sldId="335"/>
        </pc:sldMkLst>
        <pc:spChg chg="mod">
          <ac:chgData name="Luís Paulo Peixoto Santos" userId="1bcb44e7-5d82-436c-b2eb-8036fed75eb8" providerId="ADAL" clId="{10CBD472-44B5-5CDB-B0A6-8736312077FE}" dt="2026-03-13T11:38:13.559" v="10361" actId="14100"/>
          <ac:spMkLst>
            <pc:docMk/>
            <pc:sldMk cId="2779206643" sldId="335"/>
            <ac:spMk id="2" creationId="{E5EAC5CB-5765-D1F2-298B-73D815B9BFFB}"/>
          </ac:spMkLst>
        </pc:spChg>
        <pc:spChg chg="del">
          <ac:chgData name="Luís Paulo Peixoto Santos" userId="1bcb44e7-5d82-436c-b2eb-8036fed75eb8" providerId="ADAL" clId="{10CBD472-44B5-5CDB-B0A6-8736312077FE}" dt="2026-03-13T11:38:27.465" v="10362" actId="478"/>
          <ac:spMkLst>
            <pc:docMk/>
            <pc:sldMk cId="2779206643" sldId="335"/>
            <ac:spMk id="3" creationId="{3FFBFB03-C135-180F-DA96-13783F11D5E3}"/>
          </ac:spMkLst>
        </pc:spChg>
        <pc:spChg chg="add mod">
          <ac:chgData name="Luís Paulo Peixoto Santos" userId="1bcb44e7-5d82-436c-b2eb-8036fed75eb8" providerId="ADAL" clId="{10CBD472-44B5-5CDB-B0A6-8736312077FE}" dt="2026-03-13T11:38:33.207" v="10364" actId="1076"/>
          <ac:spMkLst>
            <pc:docMk/>
            <pc:sldMk cId="2779206643" sldId="335"/>
            <ac:spMk id="6" creationId="{8038B1A4-1289-C19E-A58C-A98D6B3932B9}"/>
          </ac:spMkLst>
        </pc:spChg>
        <pc:spChg chg="add mod">
          <ac:chgData name="Luís Paulo Peixoto Santos" userId="1bcb44e7-5d82-436c-b2eb-8036fed75eb8" providerId="ADAL" clId="{10CBD472-44B5-5CDB-B0A6-8736312077FE}" dt="2026-03-13T15:07:28.033" v="10510" actId="164"/>
          <ac:spMkLst>
            <pc:docMk/>
            <pc:sldMk cId="2779206643" sldId="335"/>
            <ac:spMk id="7" creationId="{CFA3B180-3288-CAA8-2AFF-48D21988A071}"/>
          </ac:spMkLst>
        </pc:spChg>
        <pc:spChg chg="add mod">
          <ac:chgData name="Luís Paulo Peixoto Santos" userId="1bcb44e7-5d82-436c-b2eb-8036fed75eb8" providerId="ADAL" clId="{10CBD472-44B5-5CDB-B0A6-8736312077FE}" dt="2026-03-13T11:42:17.170" v="10414" actId="122"/>
          <ac:spMkLst>
            <pc:docMk/>
            <pc:sldMk cId="2779206643" sldId="335"/>
            <ac:spMk id="8" creationId="{BA80DBB7-3AA4-CD95-49AE-7E9562AD4319}"/>
          </ac:spMkLst>
        </pc:spChg>
        <pc:spChg chg="add mod">
          <ac:chgData name="Luís Paulo Peixoto Santos" userId="1bcb44e7-5d82-436c-b2eb-8036fed75eb8" providerId="ADAL" clId="{10CBD472-44B5-5CDB-B0A6-8736312077FE}" dt="2026-03-13T11:41:38.560" v="10407"/>
          <ac:spMkLst>
            <pc:docMk/>
            <pc:sldMk cId="2779206643" sldId="335"/>
            <ac:spMk id="9" creationId="{BB0F7F3E-BEC7-ACC3-7949-22BD80D5A9FF}"/>
          </ac:spMkLst>
        </pc:spChg>
        <pc:spChg chg="add mod">
          <ac:chgData name="Luís Paulo Peixoto Santos" userId="1bcb44e7-5d82-436c-b2eb-8036fed75eb8" providerId="ADAL" clId="{10CBD472-44B5-5CDB-B0A6-8736312077FE}" dt="2026-03-13T15:24:35.178" v="10551" actId="20577"/>
          <ac:spMkLst>
            <pc:docMk/>
            <pc:sldMk cId="2779206643" sldId="335"/>
            <ac:spMk id="10" creationId="{34EAB272-4461-00E7-64F7-E26546585BD2}"/>
          </ac:spMkLst>
        </pc:spChg>
        <pc:spChg chg="add mod">
          <ac:chgData name="Luís Paulo Peixoto Santos" userId="1bcb44e7-5d82-436c-b2eb-8036fed75eb8" providerId="ADAL" clId="{10CBD472-44B5-5CDB-B0A6-8736312077FE}" dt="2026-03-13T15:00:35.491" v="10455" actId="1076"/>
          <ac:spMkLst>
            <pc:docMk/>
            <pc:sldMk cId="2779206643" sldId="335"/>
            <ac:spMk id="12" creationId="{A9D663B2-AE71-C71B-82C8-21CFA5EEB7E9}"/>
          </ac:spMkLst>
        </pc:spChg>
        <pc:spChg chg="add mod">
          <ac:chgData name="Luís Paulo Peixoto Santos" userId="1bcb44e7-5d82-436c-b2eb-8036fed75eb8" providerId="ADAL" clId="{10CBD472-44B5-5CDB-B0A6-8736312077FE}" dt="2026-03-13T15:05:50.839" v="10504" actId="164"/>
          <ac:spMkLst>
            <pc:docMk/>
            <pc:sldMk cId="2779206643" sldId="335"/>
            <ac:spMk id="13" creationId="{FBA5162C-5289-A4FF-0571-9409B99FE69A}"/>
          </ac:spMkLst>
        </pc:spChg>
        <pc:spChg chg="add mod">
          <ac:chgData name="Luís Paulo Peixoto Santos" userId="1bcb44e7-5d82-436c-b2eb-8036fed75eb8" providerId="ADAL" clId="{10CBD472-44B5-5CDB-B0A6-8736312077FE}" dt="2026-03-13T15:06:23.798" v="10507" actId="1076"/>
          <ac:spMkLst>
            <pc:docMk/>
            <pc:sldMk cId="2779206643" sldId="335"/>
            <ac:spMk id="14" creationId="{85D3B0C0-0F60-3497-4229-977816505997}"/>
          </ac:spMkLst>
        </pc:spChg>
        <pc:spChg chg="add mod">
          <ac:chgData name="Luís Paulo Peixoto Santos" userId="1bcb44e7-5d82-436c-b2eb-8036fed75eb8" providerId="ADAL" clId="{10CBD472-44B5-5CDB-B0A6-8736312077FE}" dt="2026-03-13T15:05:50.839" v="10504" actId="164"/>
          <ac:spMkLst>
            <pc:docMk/>
            <pc:sldMk cId="2779206643" sldId="335"/>
            <ac:spMk id="15" creationId="{CC619FC6-E3D6-7458-C437-750C9BCF1FC4}"/>
          </ac:spMkLst>
        </pc:spChg>
        <pc:spChg chg="mod">
          <ac:chgData name="Luís Paulo Peixoto Santos" userId="1bcb44e7-5d82-436c-b2eb-8036fed75eb8" providerId="ADAL" clId="{10CBD472-44B5-5CDB-B0A6-8736312077FE}" dt="2026-03-13T15:16:32.968" v="10535" actId="404"/>
          <ac:spMkLst>
            <pc:docMk/>
            <pc:sldMk cId="2779206643" sldId="335"/>
            <ac:spMk id="19" creationId="{73204DE9-8C4C-AC75-B595-01FD90B2C6A8}"/>
          </ac:spMkLst>
        </pc:spChg>
        <pc:spChg chg="mod">
          <ac:chgData name="Luís Paulo Peixoto Santos" userId="1bcb44e7-5d82-436c-b2eb-8036fed75eb8" providerId="ADAL" clId="{10CBD472-44B5-5CDB-B0A6-8736312077FE}" dt="2026-03-13T15:16:32.968" v="10535" actId="404"/>
          <ac:spMkLst>
            <pc:docMk/>
            <pc:sldMk cId="2779206643" sldId="335"/>
            <ac:spMk id="20" creationId="{5281BF6A-1D1A-452C-1431-11C1CBE05EFB}"/>
          </ac:spMkLst>
        </pc:spChg>
        <pc:grpChg chg="add mod">
          <ac:chgData name="Luís Paulo Peixoto Santos" userId="1bcb44e7-5d82-436c-b2eb-8036fed75eb8" providerId="ADAL" clId="{10CBD472-44B5-5CDB-B0A6-8736312077FE}" dt="2026-03-13T15:05:57.461" v="10505" actId="1076"/>
          <ac:grpSpMkLst>
            <pc:docMk/>
            <pc:sldMk cId="2779206643" sldId="335"/>
            <ac:grpSpMk id="16" creationId="{12ECD9BB-A047-E94C-7470-81BC3C69766B}"/>
          </ac:grpSpMkLst>
        </pc:grpChg>
        <pc:grpChg chg="add mod">
          <ac:chgData name="Luís Paulo Peixoto Santos" userId="1bcb44e7-5d82-436c-b2eb-8036fed75eb8" providerId="ADAL" clId="{10CBD472-44B5-5CDB-B0A6-8736312077FE}" dt="2026-03-13T15:14:10.432" v="10531" actId="166"/>
          <ac:grpSpMkLst>
            <pc:docMk/>
            <pc:sldMk cId="2779206643" sldId="335"/>
            <ac:grpSpMk id="17" creationId="{EA2CA90F-8BB2-5951-E1BB-040B7CFF9EE3}"/>
          </ac:grpSpMkLst>
        </pc:grpChg>
        <pc:grpChg chg="add mod">
          <ac:chgData name="Luís Paulo Peixoto Santos" userId="1bcb44e7-5d82-436c-b2eb-8036fed75eb8" providerId="ADAL" clId="{10CBD472-44B5-5CDB-B0A6-8736312077FE}" dt="2026-03-13T15:23:38.772" v="10547" actId="962"/>
          <ac:grpSpMkLst>
            <pc:docMk/>
            <pc:sldMk cId="2779206643" sldId="335"/>
            <ac:grpSpMk id="18" creationId="{EE2F9C17-E11D-F8DD-3A6D-0244B654A576}"/>
          </ac:grpSpMkLst>
        </pc:grpChg>
      </pc:sldChg>
      <pc:sldChg chg="addSp delSp modSp add mod modTransition delAnim modAnim">
        <pc:chgData name="Luís Paulo Peixoto Santos" userId="1bcb44e7-5d82-436c-b2eb-8036fed75eb8" providerId="ADAL" clId="{10CBD472-44B5-5CDB-B0A6-8736312077FE}" dt="2026-03-13T20:20:05.849" v="12570" actId="20577"/>
        <pc:sldMkLst>
          <pc:docMk/>
          <pc:sldMk cId="3445609135" sldId="336"/>
        </pc:sldMkLst>
        <pc:spChg chg="mod">
          <ac:chgData name="Luís Paulo Peixoto Santos" userId="1bcb44e7-5d82-436c-b2eb-8036fed75eb8" providerId="ADAL" clId="{10CBD472-44B5-5CDB-B0A6-8736312077FE}" dt="2026-03-13T20:20:05.849" v="12570" actId="20577"/>
          <ac:spMkLst>
            <pc:docMk/>
            <pc:sldMk cId="3445609135" sldId="336"/>
            <ac:spMk id="2" creationId="{846515BE-2095-F30B-BA23-79A66D3A639E}"/>
          </ac:spMkLst>
        </pc:spChg>
        <pc:spChg chg="add mod">
          <ac:chgData name="Luís Paulo Peixoto Santos" userId="1bcb44e7-5d82-436c-b2eb-8036fed75eb8" providerId="ADAL" clId="{10CBD472-44B5-5CDB-B0A6-8736312077FE}" dt="2026-03-13T15:40:35.987" v="10628" actId="20577"/>
          <ac:spMkLst>
            <pc:docMk/>
            <pc:sldMk cId="3445609135" sldId="336"/>
            <ac:spMk id="3" creationId="{A2DB97D3-3E13-22E4-3982-0A615423DDEF}"/>
          </ac:spMkLst>
        </pc:spChg>
        <pc:spChg chg="del">
          <ac:chgData name="Luís Paulo Peixoto Santos" userId="1bcb44e7-5d82-436c-b2eb-8036fed75eb8" providerId="ADAL" clId="{10CBD472-44B5-5CDB-B0A6-8736312077FE}" dt="2026-03-13T15:17:43.696" v="10538" actId="478"/>
          <ac:spMkLst>
            <pc:docMk/>
            <pc:sldMk cId="3445609135" sldId="336"/>
            <ac:spMk id="6" creationId="{E01EB7F0-86C1-F178-53AB-38453FDA393B}"/>
          </ac:spMkLst>
        </pc:spChg>
        <pc:spChg chg="del">
          <ac:chgData name="Luís Paulo Peixoto Santos" userId="1bcb44e7-5d82-436c-b2eb-8036fed75eb8" providerId="ADAL" clId="{10CBD472-44B5-5CDB-B0A6-8736312077FE}" dt="2026-03-13T15:17:43.696" v="10538" actId="478"/>
          <ac:spMkLst>
            <pc:docMk/>
            <pc:sldMk cId="3445609135" sldId="336"/>
            <ac:spMk id="8" creationId="{5731FC19-FFA2-74F8-DD25-377E65FC0ECB}"/>
          </ac:spMkLst>
        </pc:spChg>
        <pc:spChg chg="del">
          <ac:chgData name="Luís Paulo Peixoto Santos" userId="1bcb44e7-5d82-436c-b2eb-8036fed75eb8" providerId="ADAL" clId="{10CBD472-44B5-5CDB-B0A6-8736312077FE}" dt="2026-03-13T15:18:06.424" v="10540" actId="478"/>
          <ac:spMkLst>
            <pc:docMk/>
            <pc:sldMk cId="3445609135" sldId="336"/>
            <ac:spMk id="12" creationId="{61F1646E-8157-A4F0-3371-4162EED04EC2}"/>
          </ac:spMkLst>
        </pc:spChg>
        <pc:spChg chg="del">
          <ac:chgData name="Luís Paulo Peixoto Santos" userId="1bcb44e7-5d82-436c-b2eb-8036fed75eb8" providerId="ADAL" clId="{10CBD472-44B5-5CDB-B0A6-8736312077FE}" dt="2026-03-13T15:17:57.837" v="10539" actId="478"/>
          <ac:spMkLst>
            <pc:docMk/>
            <pc:sldMk cId="3445609135" sldId="336"/>
            <ac:spMk id="14" creationId="{ABCB0BF3-0FF6-0B8A-BA77-459D6BE372F1}"/>
          </ac:spMkLst>
        </pc:spChg>
        <pc:spChg chg="mod">
          <ac:chgData name="Luís Paulo Peixoto Santos" userId="1bcb44e7-5d82-436c-b2eb-8036fed75eb8" providerId="ADAL" clId="{10CBD472-44B5-5CDB-B0A6-8736312077FE}" dt="2026-03-13T15:40:31.502" v="10626" actId="20577"/>
          <ac:spMkLst>
            <pc:docMk/>
            <pc:sldMk cId="3445609135" sldId="336"/>
            <ac:spMk id="19" creationId="{9F7C74CD-E771-89F2-7C97-9550337DF462}"/>
          </ac:spMkLst>
        </pc:spChg>
        <pc:spChg chg="mod">
          <ac:chgData name="Luís Paulo Peixoto Santos" userId="1bcb44e7-5d82-436c-b2eb-8036fed75eb8" providerId="ADAL" clId="{10CBD472-44B5-5CDB-B0A6-8736312077FE}" dt="2026-03-13T15:31:11.438" v="10607" actId="1076"/>
          <ac:spMkLst>
            <pc:docMk/>
            <pc:sldMk cId="3445609135" sldId="336"/>
            <ac:spMk id="20" creationId="{75C18CBA-945C-C1AA-731D-F43E0D6D6EE0}"/>
          </ac:spMkLst>
        </pc:spChg>
        <pc:grpChg chg="del">
          <ac:chgData name="Luís Paulo Peixoto Santos" userId="1bcb44e7-5d82-436c-b2eb-8036fed75eb8" providerId="ADAL" clId="{10CBD472-44B5-5CDB-B0A6-8736312077FE}" dt="2026-03-13T15:18:06.424" v="10540" actId="478"/>
          <ac:grpSpMkLst>
            <pc:docMk/>
            <pc:sldMk cId="3445609135" sldId="336"/>
            <ac:grpSpMk id="16" creationId="{3480CAA7-E66F-648D-186E-021074B23091}"/>
          </ac:grpSpMkLst>
        </pc:grpChg>
        <pc:grpChg chg="del">
          <ac:chgData name="Luís Paulo Peixoto Santos" userId="1bcb44e7-5d82-436c-b2eb-8036fed75eb8" providerId="ADAL" clId="{10CBD472-44B5-5CDB-B0A6-8736312077FE}" dt="2026-03-13T15:17:36.213" v="10537" actId="478"/>
          <ac:grpSpMkLst>
            <pc:docMk/>
            <pc:sldMk cId="3445609135" sldId="336"/>
            <ac:grpSpMk id="17" creationId="{3BBA2A2E-5A43-EA56-6064-5548C8503A5E}"/>
          </ac:grpSpMkLst>
        </pc:grpChg>
        <pc:grpChg chg="mod">
          <ac:chgData name="Luís Paulo Peixoto Santos" userId="1bcb44e7-5d82-436c-b2eb-8036fed75eb8" providerId="ADAL" clId="{10CBD472-44B5-5CDB-B0A6-8736312077FE}" dt="2026-03-13T15:31:28.429" v="10608" actId="1076"/>
          <ac:grpSpMkLst>
            <pc:docMk/>
            <pc:sldMk cId="3445609135" sldId="336"/>
            <ac:grpSpMk id="18" creationId="{AE2EA156-B562-5B3D-4A48-2A22C5D3275C}"/>
          </ac:grpSpMkLst>
        </pc:grpChg>
      </pc:sldChg>
      <pc:sldChg chg="modSp new mod">
        <pc:chgData name="Luís Paulo Peixoto Santos" userId="1bcb44e7-5d82-436c-b2eb-8036fed75eb8" providerId="ADAL" clId="{10CBD472-44B5-5CDB-B0A6-8736312077FE}" dt="2026-03-13T17:32:42.636" v="11538" actId="20577"/>
        <pc:sldMkLst>
          <pc:docMk/>
          <pc:sldMk cId="2856508985" sldId="337"/>
        </pc:sldMkLst>
        <pc:spChg chg="mod">
          <ac:chgData name="Luís Paulo Peixoto Santos" userId="1bcb44e7-5d82-436c-b2eb-8036fed75eb8" providerId="ADAL" clId="{10CBD472-44B5-5CDB-B0A6-8736312077FE}" dt="2026-03-13T15:41:56.800" v="10663" actId="20577"/>
          <ac:spMkLst>
            <pc:docMk/>
            <pc:sldMk cId="2856508985" sldId="337"/>
            <ac:spMk id="2" creationId="{F66D3065-F64E-B228-C5C5-62381D0940B7}"/>
          </ac:spMkLst>
        </pc:spChg>
        <pc:spChg chg="mod">
          <ac:chgData name="Luís Paulo Peixoto Santos" userId="1bcb44e7-5d82-436c-b2eb-8036fed75eb8" providerId="ADAL" clId="{10CBD472-44B5-5CDB-B0A6-8736312077FE}" dt="2026-03-13T17:32:42.636" v="11538" actId="20577"/>
          <ac:spMkLst>
            <pc:docMk/>
            <pc:sldMk cId="2856508985" sldId="337"/>
            <ac:spMk id="3" creationId="{0DB21699-83EC-0CD5-A4B4-BAFA78B2DA8B}"/>
          </ac:spMkLst>
        </pc:spChg>
      </pc:sldChg>
      <pc:sldChg chg="modSp add mod">
        <pc:chgData name="Luís Paulo Peixoto Santos" userId="1bcb44e7-5d82-436c-b2eb-8036fed75eb8" providerId="ADAL" clId="{10CBD472-44B5-5CDB-B0A6-8736312077FE}" dt="2026-03-13T16:56:13.105" v="11133" actId="108"/>
        <pc:sldMkLst>
          <pc:docMk/>
          <pc:sldMk cId="3331130627" sldId="338"/>
        </pc:sldMkLst>
        <pc:spChg chg="mod">
          <ac:chgData name="Luís Paulo Peixoto Santos" userId="1bcb44e7-5d82-436c-b2eb-8036fed75eb8" providerId="ADAL" clId="{10CBD472-44B5-5CDB-B0A6-8736312077FE}" dt="2026-03-13T16:56:13.105" v="11133" actId="108"/>
          <ac:spMkLst>
            <pc:docMk/>
            <pc:sldMk cId="3331130627" sldId="338"/>
            <ac:spMk id="3" creationId="{B7851664-9F8C-D749-FA37-7831EC53C3C5}"/>
          </ac:spMkLst>
        </pc:spChg>
      </pc:sldChg>
      <pc:sldChg chg="addSp delSp modSp new mod modClrScheme chgLayout">
        <pc:chgData name="Luís Paulo Peixoto Santos" userId="1bcb44e7-5d82-436c-b2eb-8036fed75eb8" providerId="ADAL" clId="{10CBD472-44B5-5CDB-B0A6-8736312077FE}" dt="2026-03-13T17:18:11.748" v="11390" actId="207"/>
        <pc:sldMkLst>
          <pc:docMk/>
          <pc:sldMk cId="2291043936" sldId="339"/>
        </pc:sldMkLst>
        <pc:spChg chg="del">
          <ac:chgData name="Luís Paulo Peixoto Santos" userId="1bcb44e7-5d82-436c-b2eb-8036fed75eb8" providerId="ADAL" clId="{10CBD472-44B5-5CDB-B0A6-8736312077FE}" dt="2026-03-13T16:59:54.999" v="11137" actId="26606"/>
          <ac:spMkLst>
            <pc:docMk/>
            <pc:sldMk cId="2291043936" sldId="339"/>
            <ac:spMk id="2" creationId="{C0F1AC8B-B2AE-C1A0-FC88-EDEACAD6C4A0}"/>
          </ac:spMkLst>
        </pc:spChg>
        <pc:spChg chg="del">
          <ac:chgData name="Luís Paulo Peixoto Santos" userId="1bcb44e7-5d82-436c-b2eb-8036fed75eb8" providerId="ADAL" clId="{10CBD472-44B5-5CDB-B0A6-8736312077FE}" dt="2026-03-13T16:58:58.033" v="11135" actId="478"/>
          <ac:spMkLst>
            <pc:docMk/>
            <pc:sldMk cId="2291043936" sldId="339"/>
            <ac:spMk id="3" creationId="{2EDDEB52-BE14-1F5A-1820-BB6FF10C57A5}"/>
          </ac:spMkLst>
        </pc:spChg>
        <pc:spChg chg="mod">
          <ac:chgData name="Luís Paulo Peixoto Santos" userId="1bcb44e7-5d82-436c-b2eb-8036fed75eb8" providerId="ADAL" clId="{10CBD472-44B5-5CDB-B0A6-8736312077FE}" dt="2026-03-13T17:18:01.901" v="11388" actId="207"/>
          <ac:spMkLst>
            <pc:docMk/>
            <pc:sldMk cId="2291043936" sldId="339"/>
            <ac:spMk id="4" creationId="{AF427429-2D05-D5D5-DF31-8833E20D2822}"/>
          </ac:spMkLst>
        </pc:spChg>
        <pc:spChg chg="mod">
          <ac:chgData name="Luís Paulo Peixoto Santos" userId="1bcb44e7-5d82-436c-b2eb-8036fed75eb8" providerId="ADAL" clId="{10CBD472-44B5-5CDB-B0A6-8736312077FE}" dt="2026-03-13T17:18:11.748" v="11390" actId="207"/>
          <ac:spMkLst>
            <pc:docMk/>
            <pc:sldMk cId="2291043936" sldId="339"/>
            <ac:spMk id="5" creationId="{9217503F-DE0D-2923-DD87-FD6D8A350FF2}"/>
          </ac:spMkLst>
        </pc:spChg>
        <pc:spChg chg="add mod">
          <ac:chgData name="Luís Paulo Peixoto Santos" userId="1bcb44e7-5d82-436c-b2eb-8036fed75eb8" providerId="ADAL" clId="{10CBD472-44B5-5CDB-B0A6-8736312077FE}" dt="2026-03-13T17:09:57.789" v="11321" actId="12788"/>
          <ac:spMkLst>
            <pc:docMk/>
            <pc:sldMk cId="2291043936" sldId="339"/>
            <ac:spMk id="8" creationId="{D4CB679D-5A56-C777-C951-43947B785170}"/>
          </ac:spMkLst>
        </pc:spChg>
        <pc:spChg chg="add mod">
          <ac:chgData name="Luís Paulo Peixoto Santos" userId="1bcb44e7-5d82-436c-b2eb-8036fed75eb8" providerId="ADAL" clId="{10CBD472-44B5-5CDB-B0A6-8736312077FE}" dt="2026-03-13T17:10:20.014" v="11327" actId="12788"/>
          <ac:spMkLst>
            <pc:docMk/>
            <pc:sldMk cId="2291043936" sldId="339"/>
            <ac:spMk id="9" creationId="{3DF3C920-9C1E-2222-2D7F-74EB05736F39}"/>
          </ac:spMkLst>
        </pc:spChg>
        <pc:spChg chg="add mod">
          <ac:chgData name="Luís Paulo Peixoto Santos" userId="1bcb44e7-5d82-436c-b2eb-8036fed75eb8" providerId="ADAL" clId="{10CBD472-44B5-5CDB-B0A6-8736312077FE}" dt="2026-03-13T17:00:31.776" v="11177" actId="2711"/>
          <ac:spMkLst>
            <pc:docMk/>
            <pc:sldMk cId="2291043936" sldId="339"/>
            <ac:spMk id="11" creationId="{6B470DEC-4B2A-6543-2311-F3DDF7F7D883}"/>
          </ac:spMkLst>
        </pc:spChg>
        <pc:spChg chg="add del mod">
          <ac:chgData name="Luís Paulo Peixoto Santos" userId="1bcb44e7-5d82-436c-b2eb-8036fed75eb8" providerId="ADAL" clId="{10CBD472-44B5-5CDB-B0A6-8736312077FE}" dt="2026-03-13T17:01:28.207" v="11178"/>
          <ac:spMkLst>
            <pc:docMk/>
            <pc:sldMk cId="2291043936" sldId="339"/>
            <ac:spMk id="13" creationId="{187373DC-649F-DF0B-1028-6034D9AF84BD}"/>
          </ac:spMkLst>
        </pc:spChg>
        <pc:picChg chg="add mod ord">
          <ac:chgData name="Luís Paulo Peixoto Santos" userId="1bcb44e7-5d82-436c-b2eb-8036fed75eb8" providerId="ADAL" clId="{10CBD472-44B5-5CDB-B0A6-8736312077FE}" dt="2026-03-13T17:09:57.789" v="11321" actId="12788"/>
          <ac:picMkLst>
            <pc:docMk/>
            <pc:sldMk cId="2291043936" sldId="339"/>
            <ac:picMk id="6" creationId="{AD51F338-5758-55F7-8214-D1B40054766A}"/>
          </ac:picMkLst>
        </pc:picChg>
        <pc:picChg chg="add mod">
          <ac:chgData name="Luís Paulo Peixoto Santos" userId="1bcb44e7-5d82-436c-b2eb-8036fed75eb8" providerId="ADAL" clId="{10CBD472-44B5-5CDB-B0A6-8736312077FE}" dt="2026-03-13T17:10:20.014" v="11327" actId="12788"/>
          <ac:picMkLst>
            <pc:docMk/>
            <pc:sldMk cId="2291043936" sldId="339"/>
            <ac:picMk id="7" creationId="{DA69D8DD-7318-1385-B830-54BD13F89334}"/>
          </ac:picMkLst>
        </pc:picChg>
      </pc:sldChg>
      <pc:sldChg chg="addSp delSp modSp add mod">
        <pc:chgData name="Luís Paulo Peixoto Santos" userId="1bcb44e7-5d82-436c-b2eb-8036fed75eb8" providerId="ADAL" clId="{10CBD472-44B5-5CDB-B0A6-8736312077FE}" dt="2026-03-13T17:18:33.235" v="11395" actId="2711"/>
        <pc:sldMkLst>
          <pc:docMk/>
          <pc:sldMk cId="626844447" sldId="340"/>
        </pc:sldMkLst>
        <pc:spChg chg="add del mod">
          <ac:chgData name="Luís Paulo Peixoto Santos" userId="1bcb44e7-5d82-436c-b2eb-8036fed75eb8" providerId="ADAL" clId="{10CBD472-44B5-5CDB-B0A6-8736312077FE}" dt="2026-03-13T17:03:59.078" v="11259" actId="478"/>
          <ac:spMkLst>
            <pc:docMk/>
            <pc:sldMk cId="626844447" sldId="340"/>
            <ac:spMk id="3" creationId="{C49464F7-CF63-CF8E-BF93-F8AF4597612C}"/>
          </ac:spMkLst>
        </pc:spChg>
        <pc:spChg chg="mod">
          <ac:chgData name="Luís Paulo Peixoto Santos" userId="1bcb44e7-5d82-436c-b2eb-8036fed75eb8" providerId="ADAL" clId="{10CBD472-44B5-5CDB-B0A6-8736312077FE}" dt="2026-03-13T17:18:25.126" v="11393" actId="207"/>
          <ac:spMkLst>
            <pc:docMk/>
            <pc:sldMk cId="626844447" sldId="340"/>
            <ac:spMk id="4" creationId="{8557E264-53E2-34DD-7216-5F86FF80721D}"/>
          </ac:spMkLst>
        </pc:spChg>
        <pc:spChg chg="mod">
          <ac:chgData name="Luís Paulo Peixoto Santos" userId="1bcb44e7-5d82-436c-b2eb-8036fed75eb8" providerId="ADAL" clId="{10CBD472-44B5-5CDB-B0A6-8736312077FE}" dt="2026-03-13T17:18:33.235" v="11395" actId="2711"/>
          <ac:spMkLst>
            <pc:docMk/>
            <pc:sldMk cId="626844447" sldId="340"/>
            <ac:spMk id="5" creationId="{1E2FDE58-90CA-5325-0787-C141424F83A1}"/>
          </ac:spMkLst>
        </pc:spChg>
        <pc:spChg chg="add mod">
          <ac:chgData name="Luís Paulo Peixoto Santos" userId="1bcb44e7-5d82-436c-b2eb-8036fed75eb8" providerId="ADAL" clId="{10CBD472-44B5-5CDB-B0A6-8736312077FE}" dt="2026-03-13T17:10:44.467" v="11333" actId="12788"/>
          <ac:spMkLst>
            <pc:docMk/>
            <pc:sldMk cId="626844447" sldId="340"/>
            <ac:spMk id="10" creationId="{6551CDE7-D8EC-CF68-F6EB-F1402D20F670}"/>
          </ac:spMkLst>
        </pc:spChg>
        <pc:spChg chg="mod">
          <ac:chgData name="Luís Paulo Peixoto Santos" userId="1bcb44e7-5d82-436c-b2eb-8036fed75eb8" providerId="ADAL" clId="{10CBD472-44B5-5CDB-B0A6-8736312077FE}" dt="2026-03-13T17:05:18.185" v="11262" actId="2711"/>
          <ac:spMkLst>
            <pc:docMk/>
            <pc:sldMk cId="626844447" sldId="340"/>
            <ac:spMk id="11" creationId="{3F5015BB-FBFF-E09E-7D24-F4451139724D}"/>
          </ac:spMkLst>
        </pc:spChg>
        <pc:spChg chg="add mod">
          <ac:chgData name="Luís Paulo Peixoto Santos" userId="1bcb44e7-5d82-436c-b2eb-8036fed75eb8" providerId="ADAL" clId="{10CBD472-44B5-5CDB-B0A6-8736312077FE}" dt="2026-03-13T17:11:05.391" v="11339" actId="12788"/>
          <ac:spMkLst>
            <pc:docMk/>
            <pc:sldMk cId="626844447" sldId="340"/>
            <ac:spMk id="12" creationId="{063AF5C9-E9BD-BB8B-E937-C7076D5ADA60}"/>
          </ac:spMkLst>
        </pc:spChg>
        <pc:spChg chg="add del">
          <ac:chgData name="Luís Paulo Peixoto Santos" userId="1bcb44e7-5d82-436c-b2eb-8036fed75eb8" providerId="ADAL" clId="{10CBD472-44B5-5CDB-B0A6-8736312077FE}" dt="2026-03-13T17:06:10.039" v="11263"/>
          <ac:spMkLst>
            <pc:docMk/>
            <pc:sldMk cId="626844447" sldId="340"/>
            <ac:spMk id="16" creationId="{147CD5F3-83FA-93AE-AC21-6CD4598CF184}"/>
          </ac:spMkLst>
        </pc:spChg>
        <pc:picChg chg="del">
          <ac:chgData name="Luís Paulo Peixoto Santos" userId="1bcb44e7-5d82-436c-b2eb-8036fed75eb8" providerId="ADAL" clId="{10CBD472-44B5-5CDB-B0A6-8736312077FE}" dt="2026-03-13T17:03:46.285" v="11258" actId="478"/>
          <ac:picMkLst>
            <pc:docMk/>
            <pc:sldMk cId="626844447" sldId="340"/>
            <ac:picMk id="6" creationId="{7CA950B0-01B6-3CF3-AD5B-F65F5F81822F}"/>
          </ac:picMkLst>
        </pc:picChg>
        <pc:picChg chg="del">
          <ac:chgData name="Luís Paulo Peixoto Santos" userId="1bcb44e7-5d82-436c-b2eb-8036fed75eb8" providerId="ADAL" clId="{10CBD472-44B5-5CDB-B0A6-8736312077FE}" dt="2026-03-13T17:03:46.285" v="11258" actId="478"/>
          <ac:picMkLst>
            <pc:docMk/>
            <pc:sldMk cId="626844447" sldId="340"/>
            <ac:picMk id="7" creationId="{CF6873A6-CA1F-8ADE-AA68-580C79B0B8E4}"/>
          </ac:picMkLst>
        </pc:picChg>
        <pc:picChg chg="add mod ord">
          <ac:chgData name="Luís Paulo Peixoto Santos" userId="1bcb44e7-5d82-436c-b2eb-8036fed75eb8" providerId="ADAL" clId="{10CBD472-44B5-5CDB-B0A6-8736312077FE}" dt="2026-03-13T17:10:44.467" v="11333" actId="12788"/>
          <ac:picMkLst>
            <pc:docMk/>
            <pc:sldMk cId="626844447" sldId="340"/>
            <ac:picMk id="8" creationId="{7439E404-6E7F-FDDF-6218-8F7435B41A36}"/>
          </ac:picMkLst>
        </pc:picChg>
        <pc:picChg chg="add mod">
          <ac:chgData name="Luís Paulo Peixoto Santos" userId="1bcb44e7-5d82-436c-b2eb-8036fed75eb8" providerId="ADAL" clId="{10CBD472-44B5-5CDB-B0A6-8736312077FE}" dt="2026-03-13T17:11:05.391" v="11339" actId="12788"/>
          <ac:picMkLst>
            <pc:docMk/>
            <pc:sldMk cId="626844447" sldId="340"/>
            <ac:picMk id="9" creationId="{7C74C084-8364-B9A5-CB63-C9DE272F1089}"/>
          </ac:picMkLst>
        </pc:picChg>
      </pc:sldChg>
      <pc:sldChg chg="addSp delSp modSp add mod">
        <pc:chgData name="Luís Paulo Peixoto Santos" userId="1bcb44e7-5d82-436c-b2eb-8036fed75eb8" providerId="ADAL" clId="{10CBD472-44B5-5CDB-B0A6-8736312077FE}" dt="2026-03-14T15:47:49.047" v="13405" actId="962"/>
        <pc:sldMkLst>
          <pc:docMk/>
          <pc:sldMk cId="3106668833" sldId="341"/>
        </pc:sldMkLst>
        <pc:spChg chg="mod">
          <ac:chgData name="Luís Paulo Peixoto Santos" userId="1bcb44e7-5d82-436c-b2eb-8036fed75eb8" providerId="ADAL" clId="{10CBD472-44B5-5CDB-B0A6-8736312077FE}" dt="2026-03-13T17:18:44.089" v="11398" actId="207"/>
          <ac:spMkLst>
            <pc:docMk/>
            <pc:sldMk cId="3106668833" sldId="341"/>
            <ac:spMk id="4" creationId="{9F20B6AC-D8EB-938F-A118-570FC9EDED79}"/>
          </ac:spMkLst>
        </pc:spChg>
        <pc:spChg chg="mod">
          <ac:chgData name="Luís Paulo Peixoto Santos" userId="1bcb44e7-5d82-436c-b2eb-8036fed75eb8" providerId="ADAL" clId="{10CBD472-44B5-5CDB-B0A6-8736312077FE}" dt="2026-03-13T17:18:51.572" v="11400" actId="2711"/>
          <ac:spMkLst>
            <pc:docMk/>
            <pc:sldMk cId="3106668833" sldId="341"/>
            <ac:spMk id="5" creationId="{DCD13116-B15D-BB7A-7FF1-E27D9586BE55}"/>
          </ac:spMkLst>
        </pc:spChg>
        <pc:spChg chg="add del mod">
          <ac:chgData name="Luís Paulo Peixoto Santos" userId="1bcb44e7-5d82-436c-b2eb-8036fed75eb8" providerId="ADAL" clId="{10CBD472-44B5-5CDB-B0A6-8736312077FE}" dt="2026-03-13T17:16:51.413" v="11376" actId="478"/>
          <ac:spMkLst>
            <pc:docMk/>
            <pc:sldMk cId="3106668833" sldId="341"/>
            <ac:spMk id="6" creationId="{79262FBE-59A3-13B4-216C-CC045124C901}"/>
          </ac:spMkLst>
        </pc:spChg>
        <pc:spChg chg="mod">
          <ac:chgData name="Luís Paulo Peixoto Santos" userId="1bcb44e7-5d82-436c-b2eb-8036fed75eb8" providerId="ADAL" clId="{10CBD472-44B5-5CDB-B0A6-8736312077FE}" dt="2026-03-13T17:15:04.513" v="11369" actId="20577"/>
          <ac:spMkLst>
            <pc:docMk/>
            <pc:sldMk cId="3106668833" sldId="341"/>
            <ac:spMk id="11" creationId="{B2536C27-2474-FAEE-F925-7CA58FDA6B50}"/>
          </ac:spMkLst>
        </pc:spChg>
        <pc:grpChg chg="add mod">
          <ac:chgData name="Luís Paulo Peixoto Santos" userId="1bcb44e7-5d82-436c-b2eb-8036fed75eb8" providerId="ADAL" clId="{10CBD472-44B5-5CDB-B0A6-8736312077FE}" dt="2026-03-14T15:47:49.047" v="13405" actId="962"/>
          <ac:grpSpMkLst>
            <pc:docMk/>
            <pc:sldMk cId="3106668833" sldId="341"/>
            <ac:grpSpMk id="3" creationId="{4F23E14C-6E99-2B89-3126-6A9601CDC9E4}"/>
          </ac:grpSpMkLst>
        </pc:grpChg>
        <pc:picChg chg="add mod">
          <ac:chgData name="Luís Paulo Peixoto Santos" userId="1bcb44e7-5d82-436c-b2eb-8036fed75eb8" providerId="ADAL" clId="{10CBD472-44B5-5CDB-B0A6-8736312077FE}" dt="2026-03-14T15:47:37.557" v="13404" actId="164"/>
          <ac:picMkLst>
            <pc:docMk/>
            <pc:sldMk cId="3106668833" sldId="341"/>
            <ac:picMk id="2" creationId="{5C740BDE-AA7B-65FB-BC9B-542E9E1DC520}"/>
          </ac:picMkLst>
        </pc:picChg>
        <pc:picChg chg="add mod">
          <ac:chgData name="Luís Paulo Peixoto Santos" userId="1bcb44e7-5d82-436c-b2eb-8036fed75eb8" providerId="ADAL" clId="{10CBD472-44B5-5CDB-B0A6-8736312077FE}" dt="2026-03-14T15:47:37.557" v="13404" actId="164"/>
          <ac:picMkLst>
            <pc:docMk/>
            <pc:sldMk cId="3106668833" sldId="341"/>
            <ac:picMk id="7" creationId="{D422CB9B-46A1-E453-BF04-627668F359FA}"/>
          </ac:picMkLst>
        </pc:picChg>
        <pc:picChg chg="del">
          <ac:chgData name="Luís Paulo Peixoto Santos" userId="1bcb44e7-5d82-436c-b2eb-8036fed75eb8" providerId="ADAL" clId="{10CBD472-44B5-5CDB-B0A6-8736312077FE}" dt="2026-03-13T17:15:53.007" v="11371" actId="478"/>
          <ac:picMkLst>
            <pc:docMk/>
            <pc:sldMk cId="3106668833" sldId="341"/>
            <ac:picMk id="8" creationId="{AFEB7092-83CF-8D8C-4A74-7EAA0D28381D}"/>
          </ac:picMkLst>
        </pc:picChg>
        <pc:picChg chg="del">
          <ac:chgData name="Luís Paulo Peixoto Santos" userId="1bcb44e7-5d82-436c-b2eb-8036fed75eb8" providerId="ADAL" clId="{10CBD472-44B5-5CDB-B0A6-8736312077FE}" dt="2026-03-13T17:16:15.817" v="11375" actId="478"/>
          <ac:picMkLst>
            <pc:docMk/>
            <pc:sldMk cId="3106668833" sldId="341"/>
            <ac:picMk id="9" creationId="{6A9114CD-8269-CC4B-44B3-2B6FCA2D6EBD}"/>
          </ac:picMkLst>
        </pc:picChg>
      </pc:sldChg>
      <pc:sldChg chg="addSp delSp modSp add mod">
        <pc:chgData name="Luís Paulo Peixoto Santos" userId="1bcb44e7-5d82-436c-b2eb-8036fed75eb8" providerId="ADAL" clId="{10CBD472-44B5-5CDB-B0A6-8736312077FE}" dt="2026-03-14T15:47:11.671" v="13403" actId="962"/>
        <pc:sldMkLst>
          <pc:docMk/>
          <pc:sldMk cId="1013402942" sldId="342"/>
        </pc:sldMkLst>
        <pc:spChg chg="del">
          <ac:chgData name="Luís Paulo Peixoto Santos" userId="1bcb44e7-5d82-436c-b2eb-8036fed75eb8" providerId="ADAL" clId="{10CBD472-44B5-5CDB-B0A6-8736312077FE}" dt="2026-03-13T17:23:13.805" v="11429" actId="478"/>
          <ac:spMkLst>
            <pc:docMk/>
            <pc:sldMk cId="1013402942" sldId="342"/>
            <ac:spMk id="10" creationId="{637E5250-B63C-2650-7F3A-E274FF737385}"/>
          </ac:spMkLst>
        </pc:spChg>
        <pc:spChg chg="mod">
          <ac:chgData name="Luís Paulo Peixoto Santos" userId="1bcb44e7-5d82-436c-b2eb-8036fed75eb8" providerId="ADAL" clId="{10CBD472-44B5-5CDB-B0A6-8736312077FE}" dt="2026-03-13T17:23:09.742" v="11428" actId="20577"/>
          <ac:spMkLst>
            <pc:docMk/>
            <pc:sldMk cId="1013402942" sldId="342"/>
            <ac:spMk id="11" creationId="{0B9D98D1-F7D3-8BA9-786F-1EEB0FBF5F35}"/>
          </ac:spMkLst>
        </pc:spChg>
        <pc:spChg chg="del">
          <ac:chgData name="Luís Paulo Peixoto Santos" userId="1bcb44e7-5d82-436c-b2eb-8036fed75eb8" providerId="ADAL" clId="{10CBD472-44B5-5CDB-B0A6-8736312077FE}" dt="2026-03-13T17:23:18.261" v="11430" actId="478"/>
          <ac:spMkLst>
            <pc:docMk/>
            <pc:sldMk cId="1013402942" sldId="342"/>
            <ac:spMk id="12" creationId="{5370E1B3-8E10-0A48-447A-4D184E7E6821}"/>
          </ac:spMkLst>
        </pc:spChg>
        <pc:picChg chg="del">
          <ac:chgData name="Luís Paulo Peixoto Santos" userId="1bcb44e7-5d82-436c-b2eb-8036fed75eb8" providerId="ADAL" clId="{10CBD472-44B5-5CDB-B0A6-8736312077FE}" dt="2026-03-13T17:23:13.805" v="11429" actId="478"/>
          <ac:picMkLst>
            <pc:docMk/>
            <pc:sldMk cId="1013402942" sldId="342"/>
            <ac:picMk id="2" creationId="{0625B2F3-8A41-E749-0303-252695CCDB4D}"/>
          </ac:picMkLst>
        </pc:picChg>
        <pc:picChg chg="add mod">
          <ac:chgData name="Luís Paulo Peixoto Santos" userId="1bcb44e7-5d82-436c-b2eb-8036fed75eb8" providerId="ADAL" clId="{10CBD472-44B5-5CDB-B0A6-8736312077FE}" dt="2026-03-13T17:24:11.850" v="11432" actId="1076"/>
          <ac:picMkLst>
            <pc:docMk/>
            <pc:sldMk cId="1013402942" sldId="342"/>
            <ac:picMk id="3" creationId="{28A7F591-6C36-BC14-8000-4D0B7AB820C3}"/>
          </ac:picMkLst>
        </pc:picChg>
        <pc:picChg chg="add mod">
          <ac:chgData name="Luís Paulo Peixoto Santos" userId="1bcb44e7-5d82-436c-b2eb-8036fed75eb8" providerId="ADAL" clId="{10CBD472-44B5-5CDB-B0A6-8736312077FE}" dt="2026-03-14T15:47:11.671" v="13403" actId="962"/>
          <ac:picMkLst>
            <pc:docMk/>
            <pc:sldMk cId="1013402942" sldId="342"/>
            <ac:picMk id="6" creationId="{635E1DD2-BB37-CA15-9071-C3565A8A4CB4}"/>
          </ac:picMkLst>
        </pc:picChg>
        <pc:picChg chg="del">
          <ac:chgData name="Luís Paulo Peixoto Santos" userId="1bcb44e7-5d82-436c-b2eb-8036fed75eb8" providerId="ADAL" clId="{10CBD472-44B5-5CDB-B0A6-8736312077FE}" dt="2026-03-13T17:23:18.261" v="11430" actId="478"/>
          <ac:picMkLst>
            <pc:docMk/>
            <pc:sldMk cId="1013402942" sldId="342"/>
            <ac:picMk id="7" creationId="{92A2C7DE-32CA-D4FE-5F3E-A9DB0722E7EC}"/>
          </ac:picMkLst>
        </pc:picChg>
      </pc:sldChg>
      <pc:sldChg chg="addSp delSp modSp add del mod delAnim">
        <pc:chgData name="Luís Paulo Peixoto Santos" userId="1bcb44e7-5d82-436c-b2eb-8036fed75eb8" providerId="ADAL" clId="{10CBD472-44B5-5CDB-B0A6-8736312077FE}" dt="2026-03-13T20:22:03.651" v="12571" actId="2696"/>
        <pc:sldMkLst>
          <pc:docMk/>
          <pc:sldMk cId="2811854596" sldId="343"/>
        </pc:sldMkLst>
        <pc:spChg chg="mod">
          <ac:chgData name="Luís Paulo Peixoto Santos" userId="1bcb44e7-5d82-436c-b2eb-8036fed75eb8" providerId="ADAL" clId="{10CBD472-44B5-5CDB-B0A6-8736312077FE}" dt="2026-03-13T18:47:46.997" v="11572" actId="20577"/>
          <ac:spMkLst>
            <pc:docMk/>
            <pc:sldMk cId="2811854596" sldId="343"/>
            <ac:spMk id="2" creationId="{9355EC2A-5298-62E0-DC48-42D328DB79A8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6" creationId="{D6DDD2C6-1B9B-F949-4358-2D69183FA40C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7" creationId="{167F8872-6982-32B0-BA8F-BBE9923D7002}"/>
          </ac:spMkLst>
        </pc:spChg>
        <pc:spChg chg="add del mod">
          <ac:chgData name="Luís Paulo Peixoto Santos" userId="1bcb44e7-5d82-436c-b2eb-8036fed75eb8" providerId="ADAL" clId="{10CBD472-44B5-5CDB-B0A6-8736312077FE}" dt="2026-03-13T19:11:25.552" v="11575" actId="478"/>
          <ac:spMkLst>
            <pc:docMk/>
            <pc:sldMk cId="2811854596" sldId="343"/>
            <ac:spMk id="8" creationId="{8A3C633E-FFDD-4FD0-C845-B86B1D0C2F30}"/>
          </ac:spMkLst>
        </pc:spChg>
        <pc:spChg chg="add mod">
          <ac:chgData name="Luís Paulo Peixoto Santos" userId="1bcb44e7-5d82-436c-b2eb-8036fed75eb8" providerId="ADAL" clId="{10CBD472-44B5-5CDB-B0A6-8736312077FE}" dt="2026-03-13T20:01:00.592" v="12321" actId="20577"/>
          <ac:spMkLst>
            <pc:docMk/>
            <pc:sldMk cId="2811854596" sldId="343"/>
            <ac:spMk id="9" creationId="{BF751A16-F76D-2A56-8227-EF4B385CAEBB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174" creationId="{190AA0D7-756C-AE69-0C87-4988EF732D6E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175" creationId="{F1DDA3E9-B8FD-7E7E-C258-CB938106C7D0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192" creationId="{54089DB0-94F0-551C-5E20-849431420379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193" creationId="{1DE4CED2-BC18-B12C-C019-95FE2A54A1FA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196" creationId="{BBB72FA3-9089-F54F-E37A-3CDAE9FB89DD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205" creationId="{E152F951-1671-0671-DBF8-7528B82429EA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206" creationId="{83A46335-E15C-0E54-98E3-3E3BEC8CF8CE}"/>
          </ac:spMkLst>
        </pc:spChg>
        <pc:spChg chg="del">
          <ac:chgData name="Luís Paulo Peixoto Santos" userId="1bcb44e7-5d82-436c-b2eb-8036fed75eb8" providerId="ADAL" clId="{10CBD472-44B5-5CDB-B0A6-8736312077FE}" dt="2026-03-13T18:48:12.430" v="11573" actId="478"/>
          <ac:spMkLst>
            <pc:docMk/>
            <pc:sldMk cId="2811854596" sldId="343"/>
            <ac:spMk id="218" creationId="{50254B15-8622-1873-5F37-3586746A5386}"/>
          </ac:spMkLst>
        </pc:spChg>
      </pc:sldChg>
      <pc:sldChg chg="addSp delSp modSp add mod ord">
        <pc:chgData name="Luís Paulo Peixoto Santos" userId="1bcb44e7-5d82-436c-b2eb-8036fed75eb8" providerId="ADAL" clId="{10CBD472-44B5-5CDB-B0A6-8736312077FE}" dt="2026-03-14T16:12:21.240" v="13406" actId="20578"/>
        <pc:sldMkLst>
          <pc:docMk/>
          <pc:sldMk cId="2281716896" sldId="344"/>
        </pc:sldMkLst>
        <pc:spChg chg="del">
          <ac:chgData name="Luís Paulo Peixoto Santos" userId="1bcb44e7-5d82-436c-b2eb-8036fed75eb8" providerId="ADAL" clId="{10CBD472-44B5-5CDB-B0A6-8736312077FE}" dt="2026-03-13T20:01:41.706" v="12323" actId="478"/>
          <ac:spMkLst>
            <pc:docMk/>
            <pc:sldMk cId="2281716896" sldId="344"/>
            <ac:spMk id="9" creationId="{81964E44-E0DB-EE14-E1A6-989355DCDBF9}"/>
          </ac:spMkLst>
        </pc:spChg>
        <pc:graphicFrameChg chg="add mod modGraphic">
          <ac:chgData name="Luís Paulo Peixoto Santos" userId="1bcb44e7-5d82-436c-b2eb-8036fed75eb8" providerId="ADAL" clId="{10CBD472-44B5-5CDB-B0A6-8736312077FE}" dt="2026-03-14T15:46:12.391" v="13398" actId="962"/>
          <ac:graphicFrameMkLst>
            <pc:docMk/>
            <pc:sldMk cId="2281716896" sldId="344"/>
            <ac:graphicFrameMk id="3" creationId="{39656339-5A58-633D-349E-D746D47BB899}"/>
          </ac:graphicFrameMkLst>
        </pc:graphicFrameChg>
      </pc:sldChg>
      <pc:sldChg chg="addSp delSp modSp add mod">
        <pc:chgData name="Luís Paulo Peixoto Santos" userId="1bcb44e7-5d82-436c-b2eb-8036fed75eb8" providerId="ADAL" clId="{10CBD472-44B5-5CDB-B0A6-8736312077FE}" dt="2026-03-14T15:45:53.372" v="13397" actId="962"/>
        <pc:sldMkLst>
          <pc:docMk/>
          <pc:sldMk cId="1065952473" sldId="345"/>
        </pc:sldMkLst>
        <pc:spChg chg="mod">
          <ac:chgData name="Luís Paulo Peixoto Santos" userId="1bcb44e7-5d82-436c-b2eb-8036fed75eb8" providerId="ADAL" clId="{10CBD472-44B5-5CDB-B0A6-8736312077FE}" dt="2026-03-14T15:42:51.492" v="13372" actId="20577"/>
          <ac:spMkLst>
            <pc:docMk/>
            <pc:sldMk cId="1065952473" sldId="345"/>
            <ac:spMk id="2" creationId="{A79131C6-E138-C049-CE63-0BB09E343C94}"/>
          </ac:spMkLst>
        </pc:spChg>
        <pc:spChg chg="add del mod">
          <ac:chgData name="Luís Paulo Peixoto Santos" userId="1bcb44e7-5d82-436c-b2eb-8036fed75eb8" providerId="ADAL" clId="{10CBD472-44B5-5CDB-B0A6-8736312077FE}" dt="2026-03-13T20:28:57.862" v="12669" actId="478"/>
          <ac:spMkLst>
            <pc:docMk/>
            <pc:sldMk cId="1065952473" sldId="345"/>
            <ac:spMk id="6" creationId="{156B55A1-5D98-0547-8B2A-4E9904EFA003}"/>
          </ac:spMkLst>
        </pc:spChg>
        <pc:grpChg chg="add mod">
          <ac:chgData name="Luís Paulo Peixoto Santos" userId="1bcb44e7-5d82-436c-b2eb-8036fed75eb8" providerId="ADAL" clId="{10CBD472-44B5-5CDB-B0A6-8736312077FE}" dt="2026-03-14T15:45:53.372" v="13397" actId="962"/>
          <ac:grpSpMkLst>
            <pc:docMk/>
            <pc:sldMk cId="1065952473" sldId="345"/>
            <ac:grpSpMk id="3" creationId="{B7E5A418-3A00-1D3A-D47D-C609D5A35AFD}"/>
          </ac:grpSpMkLst>
        </pc:grpChg>
        <pc:grpChg chg="add mod">
          <ac:chgData name="Luís Paulo Peixoto Santos" userId="1bcb44e7-5d82-436c-b2eb-8036fed75eb8" providerId="ADAL" clId="{10CBD472-44B5-5CDB-B0A6-8736312077FE}" dt="2026-03-14T15:45:29.307" v="13396" actId="164"/>
          <ac:grpSpMkLst>
            <pc:docMk/>
            <pc:sldMk cId="1065952473" sldId="345"/>
            <ac:grpSpMk id="11" creationId="{FAF9536F-B9E2-9651-C769-2AC0B83881A5}"/>
          </ac:grpSpMkLst>
        </pc:grpChg>
        <pc:grpChg chg="add mod">
          <ac:chgData name="Luís Paulo Peixoto Santos" userId="1bcb44e7-5d82-436c-b2eb-8036fed75eb8" providerId="ADAL" clId="{10CBD472-44B5-5CDB-B0A6-8736312077FE}" dt="2026-03-14T15:45:29.307" v="13396" actId="164"/>
          <ac:grpSpMkLst>
            <pc:docMk/>
            <pc:sldMk cId="1065952473" sldId="345"/>
            <ac:grpSpMk id="13" creationId="{3913A256-A823-61BD-E9F8-892677B4DC48}"/>
          </ac:grpSpMkLst>
        </pc:grpChg>
        <pc:graphicFrameChg chg="del">
          <ac:chgData name="Luís Paulo Peixoto Santos" userId="1bcb44e7-5d82-436c-b2eb-8036fed75eb8" providerId="ADAL" clId="{10CBD472-44B5-5CDB-B0A6-8736312077FE}" dt="2026-03-13T20:22:27.796" v="12573" actId="478"/>
          <ac:graphicFrameMkLst>
            <pc:docMk/>
            <pc:sldMk cId="1065952473" sldId="345"/>
            <ac:graphicFrameMk id="3" creationId="{B015F45D-4B8F-DA66-AE76-0A569A7CE873}"/>
          </ac:graphicFrameMkLst>
        </pc:graphicFrameChg>
        <pc:picChg chg="add mod">
          <ac:chgData name="Luís Paulo Peixoto Santos" userId="1bcb44e7-5d82-436c-b2eb-8036fed75eb8" providerId="ADAL" clId="{10CBD472-44B5-5CDB-B0A6-8736312077FE}" dt="2026-03-13T20:31:20.579" v="12686" actId="164"/>
          <ac:picMkLst>
            <pc:docMk/>
            <pc:sldMk cId="1065952473" sldId="345"/>
            <ac:picMk id="7" creationId="{1064660B-B2E3-4FB0-246B-F6FBA89182EE}"/>
          </ac:picMkLst>
        </pc:picChg>
        <pc:picChg chg="add del mod">
          <ac:chgData name="Luís Paulo Peixoto Santos" userId="1bcb44e7-5d82-436c-b2eb-8036fed75eb8" providerId="ADAL" clId="{10CBD472-44B5-5CDB-B0A6-8736312077FE}" dt="2026-03-13T20:30:02.540" v="12680" actId="478"/>
          <ac:picMkLst>
            <pc:docMk/>
            <pc:sldMk cId="1065952473" sldId="345"/>
            <ac:picMk id="8" creationId="{D1E2D482-CC01-D646-EDE3-08969103E64E}"/>
          </ac:picMkLst>
        </pc:picChg>
        <pc:picChg chg="add mod">
          <ac:chgData name="Luís Paulo Peixoto Santos" userId="1bcb44e7-5d82-436c-b2eb-8036fed75eb8" providerId="ADAL" clId="{10CBD472-44B5-5CDB-B0A6-8736312077FE}" dt="2026-03-13T20:31:20.579" v="12686" actId="164"/>
          <ac:picMkLst>
            <pc:docMk/>
            <pc:sldMk cId="1065952473" sldId="345"/>
            <ac:picMk id="9" creationId="{E32F47A5-3F3E-E381-4E43-E7E5959EB929}"/>
          </ac:picMkLst>
        </pc:picChg>
        <pc:picChg chg="add mod">
          <ac:chgData name="Luís Paulo Peixoto Santos" userId="1bcb44e7-5d82-436c-b2eb-8036fed75eb8" providerId="ADAL" clId="{10CBD472-44B5-5CDB-B0A6-8736312077FE}" dt="2026-03-13T20:33:16.379" v="12806" actId="164"/>
          <ac:picMkLst>
            <pc:docMk/>
            <pc:sldMk cId="1065952473" sldId="345"/>
            <ac:picMk id="10" creationId="{F4DDC757-CD7C-858B-926F-7DC467DB02D0}"/>
          </ac:picMkLst>
        </pc:picChg>
        <pc:picChg chg="add mod">
          <ac:chgData name="Luís Paulo Peixoto Santos" userId="1bcb44e7-5d82-436c-b2eb-8036fed75eb8" providerId="ADAL" clId="{10CBD472-44B5-5CDB-B0A6-8736312077FE}" dt="2026-03-13T20:33:16.379" v="12806" actId="164"/>
          <ac:picMkLst>
            <pc:docMk/>
            <pc:sldMk cId="1065952473" sldId="345"/>
            <ac:picMk id="12" creationId="{0659609D-EACE-7905-0410-40578478FA29}"/>
          </ac:picMkLst>
        </pc:picChg>
      </pc:sldChg>
      <pc:sldChg chg="addSp delSp modSp add del mod">
        <pc:chgData name="Luís Paulo Peixoto Santos" userId="1bcb44e7-5d82-436c-b2eb-8036fed75eb8" providerId="ADAL" clId="{10CBD472-44B5-5CDB-B0A6-8736312077FE}" dt="2026-03-14T17:33:51.048" v="13479" actId="2696"/>
        <pc:sldMkLst>
          <pc:docMk/>
          <pc:sldMk cId="962370234" sldId="346"/>
        </pc:sldMkLst>
        <pc:spChg chg="mod">
          <ac:chgData name="Luís Paulo Peixoto Santos" userId="1bcb44e7-5d82-436c-b2eb-8036fed75eb8" providerId="ADAL" clId="{10CBD472-44B5-5CDB-B0A6-8736312077FE}" dt="2026-03-14T12:00:50.323" v="13091" actId="20577"/>
          <ac:spMkLst>
            <pc:docMk/>
            <pc:sldMk cId="962370234" sldId="346"/>
            <ac:spMk id="2" creationId="{7BE0297A-9CD1-FA71-9FD6-2FFB998DE5D8}"/>
          </ac:spMkLst>
        </pc:spChg>
        <pc:spChg chg="add mod">
          <ac:chgData name="Luís Paulo Peixoto Santos" userId="1bcb44e7-5d82-436c-b2eb-8036fed75eb8" providerId="ADAL" clId="{10CBD472-44B5-5CDB-B0A6-8736312077FE}" dt="2026-03-14T11:12:00.780" v="13086" actId="20577"/>
          <ac:spMkLst>
            <pc:docMk/>
            <pc:sldMk cId="962370234" sldId="346"/>
            <ac:spMk id="3" creationId="{4B3FFC65-82AC-9AB6-BD9A-8795508FB485}"/>
          </ac:spMkLst>
        </pc:spChg>
        <pc:grpChg chg="del">
          <ac:chgData name="Luís Paulo Peixoto Santos" userId="1bcb44e7-5d82-436c-b2eb-8036fed75eb8" providerId="ADAL" clId="{10CBD472-44B5-5CDB-B0A6-8736312077FE}" dt="2026-03-13T21:38:58.601" v="12864" actId="478"/>
          <ac:grpSpMkLst>
            <pc:docMk/>
            <pc:sldMk cId="962370234" sldId="346"/>
            <ac:grpSpMk id="11" creationId="{8B4C4B2B-B083-046B-69D4-F1637C3438C7}"/>
          </ac:grpSpMkLst>
        </pc:grpChg>
        <pc:grpChg chg="del">
          <ac:chgData name="Luís Paulo Peixoto Santos" userId="1bcb44e7-5d82-436c-b2eb-8036fed75eb8" providerId="ADAL" clId="{10CBD472-44B5-5CDB-B0A6-8736312077FE}" dt="2026-03-13T21:39:00.511" v="12865" actId="478"/>
          <ac:grpSpMkLst>
            <pc:docMk/>
            <pc:sldMk cId="962370234" sldId="346"/>
            <ac:grpSpMk id="13" creationId="{23242592-05EF-800D-5FE8-E4805CDE7F21}"/>
          </ac:grpSpMkLst>
        </pc:grpChg>
      </pc:sldChg>
      <pc:sldChg chg="addSp delSp modSp add mod modAnim">
        <pc:chgData name="Luís Paulo Peixoto Santos" userId="1bcb44e7-5d82-436c-b2eb-8036fed75eb8" providerId="ADAL" clId="{10CBD472-44B5-5CDB-B0A6-8736312077FE}" dt="2026-03-14T17:55:09.715" v="13748" actId="20577"/>
        <pc:sldMkLst>
          <pc:docMk/>
          <pc:sldMk cId="3894435033" sldId="347"/>
        </pc:sldMkLst>
        <pc:spChg chg="mod">
          <ac:chgData name="Luís Paulo Peixoto Santos" userId="1bcb44e7-5d82-436c-b2eb-8036fed75eb8" providerId="ADAL" clId="{10CBD472-44B5-5CDB-B0A6-8736312077FE}" dt="2026-03-14T15:26:18.690" v="13125" actId="14100"/>
          <ac:spMkLst>
            <pc:docMk/>
            <pc:sldMk cId="3894435033" sldId="347"/>
            <ac:spMk id="2" creationId="{7C67A310-D908-E6E8-0E0C-8C6DD5E18148}"/>
          </ac:spMkLst>
        </pc:spChg>
        <pc:spChg chg="mod">
          <ac:chgData name="Luís Paulo Peixoto Santos" userId="1bcb44e7-5d82-436c-b2eb-8036fed75eb8" providerId="ADAL" clId="{10CBD472-44B5-5CDB-B0A6-8736312077FE}" dt="2026-03-14T15:24:52.816" v="13096" actId="26606"/>
          <ac:spMkLst>
            <pc:docMk/>
            <pc:sldMk cId="3894435033" sldId="347"/>
            <ac:spMk id="4" creationId="{8D5B34B2-255C-49D2-0BB2-AC8CC59A264E}"/>
          </ac:spMkLst>
        </pc:spChg>
        <pc:spChg chg="mod">
          <ac:chgData name="Luís Paulo Peixoto Santos" userId="1bcb44e7-5d82-436c-b2eb-8036fed75eb8" providerId="ADAL" clId="{10CBD472-44B5-5CDB-B0A6-8736312077FE}" dt="2026-03-14T15:24:52.816" v="13096" actId="26606"/>
          <ac:spMkLst>
            <pc:docMk/>
            <pc:sldMk cId="3894435033" sldId="347"/>
            <ac:spMk id="5" creationId="{8C69FC24-898B-528E-8FA8-08AF2F106EF6}"/>
          </ac:spMkLst>
        </pc:spChg>
        <pc:spChg chg="add mod">
          <ac:chgData name="Luís Paulo Peixoto Santos" userId="1bcb44e7-5d82-436c-b2eb-8036fed75eb8" providerId="ADAL" clId="{10CBD472-44B5-5CDB-B0A6-8736312077FE}" dt="2026-03-14T17:55:09.715" v="13748" actId="20577"/>
          <ac:spMkLst>
            <pc:docMk/>
            <pc:sldMk cId="3894435033" sldId="347"/>
            <ac:spMk id="6" creationId="{09F3021F-C700-89CA-1206-5C89DC8C76B0}"/>
          </ac:spMkLst>
        </pc:spChg>
        <pc:spChg chg="add del">
          <ac:chgData name="Luís Paulo Peixoto Santos" userId="1bcb44e7-5d82-436c-b2eb-8036fed75eb8" providerId="ADAL" clId="{10CBD472-44B5-5CDB-B0A6-8736312077FE}" dt="2026-03-14T15:46:33.605" v="13401" actId="22"/>
          <ac:spMkLst>
            <pc:docMk/>
            <pc:sldMk cId="3894435033" sldId="347"/>
            <ac:spMk id="14" creationId="{98912921-6AFA-93B3-3461-CCB871B53A1F}"/>
          </ac:spMkLst>
        </pc:spChg>
        <pc:grpChg chg="del">
          <ac:chgData name="Luís Paulo Peixoto Santos" userId="1bcb44e7-5d82-436c-b2eb-8036fed75eb8" providerId="ADAL" clId="{10CBD472-44B5-5CDB-B0A6-8736312077FE}" dt="2026-03-14T15:24:41.606" v="13093" actId="478"/>
          <ac:grpSpMkLst>
            <pc:docMk/>
            <pc:sldMk cId="3894435033" sldId="347"/>
            <ac:grpSpMk id="11" creationId="{91088650-9B2F-1439-47DE-32B96394F1EF}"/>
          </ac:grpSpMkLst>
        </pc:grpChg>
        <pc:grpChg chg="del">
          <ac:chgData name="Luís Paulo Peixoto Santos" userId="1bcb44e7-5d82-436c-b2eb-8036fed75eb8" providerId="ADAL" clId="{10CBD472-44B5-5CDB-B0A6-8736312077FE}" dt="2026-03-14T15:24:43.379" v="13094" actId="478"/>
          <ac:grpSpMkLst>
            <pc:docMk/>
            <pc:sldMk cId="3894435033" sldId="347"/>
            <ac:grpSpMk id="13" creationId="{118604E2-A906-B25D-5F32-77581AB75E3C}"/>
          </ac:grpSpMkLst>
        </pc:grpChg>
        <pc:picChg chg="add mod ord">
          <ac:chgData name="Luís Paulo Peixoto Santos" userId="1bcb44e7-5d82-436c-b2eb-8036fed75eb8" providerId="ADAL" clId="{10CBD472-44B5-5CDB-B0A6-8736312077FE}" dt="2026-03-14T17:33:40.821" v="13478" actId="962"/>
          <ac:picMkLst>
            <pc:docMk/>
            <pc:sldMk cId="3894435033" sldId="347"/>
            <ac:picMk id="3" creationId="{DBE6D4CB-78DC-6635-9B7C-C85198A7FCE5}"/>
          </ac:picMkLst>
        </pc:picChg>
      </pc:sldChg>
      <pc:sldChg chg="addSp delSp modSp add mod">
        <pc:chgData name="Luís Paulo Peixoto Santos" userId="1bcb44e7-5d82-436c-b2eb-8036fed75eb8" providerId="ADAL" clId="{10CBD472-44B5-5CDB-B0A6-8736312077FE}" dt="2026-03-14T15:46:26.143" v="13399" actId="962"/>
        <pc:sldMkLst>
          <pc:docMk/>
          <pc:sldMk cId="2037336604" sldId="348"/>
        </pc:sldMkLst>
        <pc:spChg chg="mod">
          <ac:chgData name="Luís Paulo Peixoto Santos" userId="1bcb44e7-5d82-436c-b2eb-8036fed75eb8" providerId="ADAL" clId="{10CBD472-44B5-5CDB-B0A6-8736312077FE}" dt="2026-03-14T15:43:53.074" v="13393" actId="26606"/>
          <ac:spMkLst>
            <pc:docMk/>
            <pc:sldMk cId="2037336604" sldId="348"/>
            <ac:spMk id="2" creationId="{8B0A6078-A39B-73E4-63B4-9EA02E0B4D0D}"/>
          </ac:spMkLst>
        </pc:spChg>
        <pc:spChg chg="mod">
          <ac:chgData name="Luís Paulo Peixoto Santos" userId="1bcb44e7-5d82-436c-b2eb-8036fed75eb8" providerId="ADAL" clId="{10CBD472-44B5-5CDB-B0A6-8736312077FE}" dt="2026-03-14T15:43:53.074" v="13393" actId="26606"/>
          <ac:spMkLst>
            <pc:docMk/>
            <pc:sldMk cId="2037336604" sldId="348"/>
            <ac:spMk id="4" creationId="{6584D65C-0F7C-975B-4DC2-55F4619B9FFC}"/>
          </ac:spMkLst>
        </pc:spChg>
        <pc:spChg chg="mod">
          <ac:chgData name="Luís Paulo Peixoto Santos" userId="1bcb44e7-5d82-436c-b2eb-8036fed75eb8" providerId="ADAL" clId="{10CBD472-44B5-5CDB-B0A6-8736312077FE}" dt="2026-03-14T15:43:53.074" v="13393" actId="26606"/>
          <ac:spMkLst>
            <pc:docMk/>
            <pc:sldMk cId="2037336604" sldId="348"/>
            <ac:spMk id="5" creationId="{2258C0C5-3985-F7F4-90D9-FC2C4451634C}"/>
          </ac:spMkLst>
        </pc:spChg>
        <pc:grpChg chg="del">
          <ac:chgData name="Luís Paulo Peixoto Santos" userId="1bcb44e7-5d82-436c-b2eb-8036fed75eb8" providerId="ADAL" clId="{10CBD472-44B5-5CDB-B0A6-8736312077FE}" dt="2026-03-14T15:43:12.877" v="13391" actId="478"/>
          <ac:grpSpMkLst>
            <pc:docMk/>
            <pc:sldMk cId="2037336604" sldId="348"/>
            <ac:grpSpMk id="11" creationId="{716E609F-7EBB-02CB-57D3-58A646BE45B0}"/>
          </ac:grpSpMkLst>
        </pc:grpChg>
        <pc:grpChg chg="del">
          <ac:chgData name="Luís Paulo Peixoto Santos" userId="1bcb44e7-5d82-436c-b2eb-8036fed75eb8" providerId="ADAL" clId="{10CBD472-44B5-5CDB-B0A6-8736312077FE}" dt="2026-03-14T15:43:12.877" v="13391" actId="478"/>
          <ac:grpSpMkLst>
            <pc:docMk/>
            <pc:sldMk cId="2037336604" sldId="348"/>
            <ac:grpSpMk id="13" creationId="{AAA68E0D-A5C5-B0CB-55B9-2FB48BD53732}"/>
          </ac:grpSpMkLst>
        </pc:grpChg>
        <pc:picChg chg="add mod ord">
          <ac:chgData name="Luís Paulo Peixoto Santos" userId="1bcb44e7-5d82-436c-b2eb-8036fed75eb8" providerId="ADAL" clId="{10CBD472-44B5-5CDB-B0A6-8736312077FE}" dt="2026-03-14T15:46:26.143" v="13399" actId="962"/>
          <ac:picMkLst>
            <pc:docMk/>
            <pc:sldMk cId="2037336604" sldId="348"/>
            <ac:picMk id="3" creationId="{55AA7A9B-8E49-09E5-B38F-F5B5C0ED9EE4}"/>
          </ac:picMkLst>
        </pc:picChg>
      </pc:sldChg>
      <pc:sldChg chg="addSp delSp modSp add mod">
        <pc:chgData name="Luís Paulo Peixoto Santos" userId="1bcb44e7-5d82-436c-b2eb-8036fed75eb8" providerId="ADAL" clId="{10CBD472-44B5-5CDB-B0A6-8736312077FE}" dt="2026-03-14T17:35:43.254" v="13482" actId="962"/>
        <pc:sldMkLst>
          <pc:docMk/>
          <pc:sldMk cId="2017165327" sldId="349"/>
        </pc:sldMkLst>
        <pc:spChg chg="mod">
          <ac:chgData name="Luís Paulo Peixoto Santos" userId="1bcb44e7-5d82-436c-b2eb-8036fed75eb8" providerId="ADAL" clId="{10CBD472-44B5-5CDB-B0A6-8736312077FE}" dt="2026-03-14T16:55:03.843" v="13424" actId="5793"/>
          <ac:spMkLst>
            <pc:docMk/>
            <pc:sldMk cId="2017165327" sldId="349"/>
            <ac:spMk id="2" creationId="{BABC5A02-11D4-B02E-107F-46593E341510}"/>
          </ac:spMkLst>
        </pc:spChg>
        <pc:graphicFrameChg chg="del">
          <ac:chgData name="Luís Paulo Peixoto Santos" userId="1bcb44e7-5d82-436c-b2eb-8036fed75eb8" providerId="ADAL" clId="{10CBD472-44B5-5CDB-B0A6-8736312077FE}" dt="2026-03-14T16:48:18.630" v="13408" actId="478"/>
          <ac:graphicFrameMkLst>
            <pc:docMk/>
            <pc:sldMk cId="2017165327" sldId="349"/>
            <ac:graphicFrameMk id="3" creationId="{CBFFC805-7795-8918-15A1-66D4C3F54F4F}"/>
          </ac:graphicFrameMkLst>
        </pc:graphicFrameChg>
        <pc:picChg chg="add del mod">
          <ac:chgData name="Luís Paulo Peixoto Santos" userId="1bcb44e7-5d82-436c-b2eb-8036fed75eb8" providerId="ADAL" clId="{10CBD472-44B5-5CDB-B0A6-8736312077FE}" dt="2026-03-14T17:19:39.037" v="13459" actId="478"/>
          <ac:picMkLst>
            <pc:docMk/>
            <pc:sldMk cId="2017165327" sldId="349"/>
            <ac:picMk id="6" creationId="{3DC7C0C1-64BF-72A7-2B1E-69E567E56E4C}"/>
          </ac:picMkLst>
        </pc:picChg>
        <pc:picChg chg="add del mod">
          <ac:chgData name="Luís Paulo Peixoto Santos" userId="1bcb44e7-5d82-436c-b2eb-8036fed75eb8" providerId="ADAL" clId="{10CBD472-44B5-5CDB-B0A6-8736312077FE}" dt="2026-03-14T17:08:13.867" v="13438" actId="478"/>
          <ac:picMkLst>
            <pc:docMk/>
            <pc:sldMk cId="2017165327" sldId="349"/>
            <ac:picMk id="7" creationId="{734A791E-4000-A818-3094-BF056A38706F}"/>
          </ac:picMkLst>
        </pc:picChg>
        <pc:picChg chg="add del mod">
          <ac:chgData name="Luís Paulo Peixoto Santos" userId="1bcb44e7-5d82-436c-b2eb-8036fed75eb8" providerId="ADAL" clId="{10CBD472-44B5-5CDB-B0A6-8736312077FE}" dt="2026-03-14T17:20:51.466" v="13463" actId="478"/>
          <ac:picMkLst>
            <pc:docMk/>
            <pc:sldMk cId="2017165327" sldId="349"/>
            <ac:picMk id="8" creationId="{2687449E-3CC5-F235-FFBC-66AC88C67045}"/>
          </ac:picMkLst>
        </pc:picChg>
        <pc:picChg chg="add mod">
          <ac:chgData name="Luís Paulo Peixoto Santos" userId="1bcb44e7-5d82-436c-b2eb-8036fed75eb8" providerId="ADAL" clId="{10CBD472-44B5-5CDB-B0A6-8736312077FE}" dt="2026-03-14T17:35:43.254" v="13482" actId="962"/>
          <ac:picMkLst>
            <pc:docMk/>
            <pc:sldMk cId="2017165327" sldId="349"/>
            <ac:picMk id="9" creationId="{16993CF8-BD86-9A13-1B7D-3B6E5819C42A}"/>
          </ac:picMkLst>
        </pc:picChg>
        <pc:picChg chg="add mod">
          <ac:chgData name="Luís Paulo Peixoto Santos" userId="1bcb44e7-5d82-436c-b2eb-8036fed75eb8" providerId="ADAL" clId="{10CBD472-44B5-5CDB-B0A6-8736312077FE}" dt="2026-03-14T17:35:25.938" v="13480" actId="962"/>
          <ac:picMkLst>
            <pc:docMk/>
            <pc:sldMk cId="2017165327" sldId="349"/>
            <ac:picMk id="10" creationId="{074A09AF-1F59-4086-3073-80C759558208}"/>
          </ac:picMkLst>
        </pc:picChg>
      </pc:sldChg>
      <pc:sldChg chg="addSp delSp modSp add mod">
        <pc:chgData name="Luís Paulo Peixoto Santos" userId="1bcb44e7-5d82-436c-b2eb-8036fed75eb8" providerId="ADAL" clId="{10CBD472-44B5-5CDB-B0A6-8736312077FE}" dt="2026-03-14T17:36:31.815" v="13487" actId="962"/>
        <pc:sldMkLst>
          <pc:docMk/>
          <pc:sldMk cId="3700847611" sldId="350"/>
        </pc:sldMkLst>
        <pc:spChg chg="mod">
          <ac:chgData name="Luís Paulo Peixoto Santos" userId="1bcb44e7-5d82-436c-b2eb-8036fed75eb8" providerId="ADAL" clId="{10CBD472-44B5-5CDB-B0A6-8736312077FE}" dt="2026-03-14T16:56:52.506" v="13429" actId="20577"/>
          <ac:spMkLst>
            <pc:docMk/>
            <pc:sldMk cId="3700847611" sldId="350"/>
            <ac:spMk id="2" creationId="{2ABCE38A-185F-936B-51A3-5A78141FB645}"/>
          </ac:spMkLst>
        </pc:spChg>
        <pc:picChg chg="add mod">
          <ac:chgData name="Luís Paulo Peixoto Santos" userId="1bcb44e7-5d82-436c-b2eb-8036fed75eb8" providerId="ADAL" clId="{10CBD472-44B5-5CDB-B0A6-8736312077FE}" dt="2026-03-14T17:36:21.903" v="13486" actId="962"/>
          <ac:picMkLst>
            <pc:docMk/>
            <pc:sldMk cId="3700847611" sldId="350"/>
            <ac:picMk id="3" creationId="{AD8E2174-78FE-B9FB-2199-C1C6899D64BD}"/>
          </ac:picMkLst>
        </pc:picChg>
        <pc:picChg chg="del">
          <ac:chgData name="Luís Paulo Peixoto Santos" userId="1bcb44e7-5d82-436c-b2eb-8036fed75eb8" providerId="ADAL" clId="{10CBD472-44B5-5CDB-B0A6-8736312077FE}" dt="2026-03-14T16:57:04.795" v="13430" actId="478"/>
          <ac:picMkLst>
            <pc:docMk/>
            <pc:sldMk cId="3700847611" sldId="350"/>
            <ac:picMk id="6" creationId="{1684B6B6-F50E-3E02-3857-A561803C1E8A}"/>
          </ac:picMkLst>
        </pc:picChg>
        <pc:picChg chg="del">
          <ac:chgData name="Luís Paulo Peixoto Santos" userId="1bcb44e7-5d82-436c-b2eb-8036fed75eb8" providerId="ADAL" clId="{10CBD472-44B5-5CDB-B0A6-8736312077FE}" dt="2026-03-14T16:58:29.777" v="13434" actId="478"/>
          <ac:picMkLst>
            <pc:docMk/>
            <pc:sldMk cId="3700847611" sldId="350"/>
            <ac:picMk id="7" creationId="{41EF235D-258C-3B82-E51F-F04B5900855E}"/>
          </ac:picMkLst>
        </pc:picChg>
        <pc:picChg chg="add del mod">
          <ac:chgData name="Luís Paulo Peixoto Santos" userId="1bcb44e7-5d82-436c-b2eb-8036fed75eb8" providerId="ADAL" clId="{10CBD472-44B5-5CDB-B0A6-8736312077FE}" dt="2026-03-14T17:10:02.614" v="13442" actId="478"/>
          <ac:picMkLst>
            <pc:docMk/>
            <pc:sldMk cId="3700847611" sldId="350"/>
            <ac:picMk id="8" creationId="{F83B5BF6-18E1-67BB-D15C-87EF9F56EAD7}"/>
          </ac:picMkLst>
        </pc:picChg>
        <pc:picChg chg="add mod">
          <ac:chgData name="Luís Paulo Peixoto Santos" userId="1bcb44e7-5d82-436c-b2eb-8036fed75eb8" providerId="ADAL" clId="{10CBD472-44B5-5CDB-B0A6-8736312077FE}" dt="2026-03-14T17:36:31.815" v="13487" actId="962"/>
          <ac:picMkLst>
            <pc:docMk/>
            <pc:sldMk cId="3700847611" sldId="350"/>
            <ac:picMk id="9" creationId="{1EDDF5ED-3B68-3779-0F1E-71C9E93FFCB2}"/>
          </ac:picMkLst>
        </pc:picChg>
      </pc:sldChg>
      <pc:sldChg chg="addSp delSp modSp add mod">
        <pc:chgData name="Luís Paulo Peixoto Santos" userId="1bcb44e7-5d82-436c-b2eb-8036fed75eb8" providerId="ADAL" clId="{10CBD472-44B5-5CDB-B0A6-8736312077FE}" dt="2026-03-14T17:36:12.791" v="13485" actId="962"/>
        <pc:sldMkLst>
          <pc:docMk/>
          <pc:sldMk cId="2800652803" sldId="351"/>
        </pc:sldMkLst>
        <pc:spChg chg="mod">
          <ac:chgData name="Luís Paulo Peixoto Santos" userId="1bcb44e7-5d82-436c-b2eb-8036fed75eb8" providerId="ADAL" clId="{10CBD472-44B5-5CDB-B0A6-8736312077FE}" dt="2026-03-14T17:16:31.984" v="13454" actId="20577"/>
          <ac:spMkLst>
            <pc:docMk/>
            <pc:sldMk cId="2800652803" sldId="351"/>
            <ac:spMk id="2" creationId="{A259FFD4-2DC3-69E6-92D1-01912E56AFD2}"/>
          </ac:spMkLst>
        </pc:spChg>
        <pc:picChg chg="add mod">
          <ac:chgData name="Luís Paulo Peixoto Santos" userId="1bcb44e7-5d82-436c-b2eb-8036fed75eb8" providerId="ADAL" clId="{10CBD472-44B5-5CDB-B0A6-8736312077FE}" dt="2026-03-14T17:36:12.791" v="13485" actId="962"/>
          <ac:picMkLst>
            <pc:docMk/>
            <pc:sldMk cId="2800652803" sldId="351"/>
            <ac:picMk id="3" creationId="{DCC59E32-DECB-CD25-0D46-3358FE5F2995}"/>
          </ac:picMkLst>
        </pc:picChg>
        <pc:picChg chg="del">
          <ac:chgData name="Luís Paulo Peixoto Santos" userId="1bcb44e7-5d82-436c-b2eb-8036fed75eb8" providerId="ADAL" clId="{10CBD472-44B5-5CDB-B0A6-8736312077FE}" dt="2026-03-14T17:16:09.071" v="13447" actId="478"/>
          <ac:picMkLst>
            <pc:docMk/>
            <pc:sldMk cId="2800652803" sldId="351"/>
            <ac:picMk id="6" creationId="{D1913C58-DBDB-744C-D4B0-66A069BA53C5}"/>
          </ac:picMkLst>
        </pc:picChg>
        <pc:picChg chg="add mod">
          <ac:chgData name="Luís Paulo Peixoto Santos" userId="1bcb44e7-5d82-436c-b2eb-8036fed75eb8" providerId="ADAL" clId="{10CBD472-44B5-5CDB-B0A6-8736312077FE}" dt="2026-03-14T17:35:59.808" v="13484" actId="962"/>
          <ac:picMkLst>
            <pc:docMk/>
            <pc:sldMk cId="2800652803" sldId="351"/>
            <ac:picMk id="7" creationId="{67ED8224-DDC8-56C8-04DD-F4AB664E8B74}"/>
          </ac:picMkLst>
        </pc:picChg>
        <pc:picChg chg="del">
          <ac:chgData name="Luís Paulo Peixoto Santos" userId="1bcb44e7-5d82-436c-b2eb-8036fed75eb8" providerId="ADAL" clId="{10CBD472-44B5-5CDB-B0A6-8736312077FE}" dt="2026-03-14T17:17:03.821" v="13455" actId="478"/>
          <ac:picMkLst>
            <pc:docMk/>
            <pc:sldMk cId="2800652803" sldId="351"/>
            <ac:picMk id="8" creationId="{7EC5D3ED-21DC-21FB-1F91-E691B82FE59E}"/>
          </ac:picMkLst>
        </pc:picChg>
      </pc:sldChg>
      <pc:sldChg chg="addSp modSp add mod">
        <pc:chgData name="Luís Paulo Peixoto Santos" userId="1bcb44e7-5d82-436c-b2eb-8036fed75eb8" providerId="ADAL" clId="{10CBD472-44B5-5CDB-B0A6-8736312077FE}" dt="2026-03-14T18:32:44.331" v="13865" actId="20577"/>
        <pc:sldMkLst>
          <pc:docMk/>
          <pc:sldMk cId="1065609064" sldId="352"/>
        </pc:sldMkLst>
        <pc:spChg chg="add mod">
          <ac:chgData name="Luís Paulo Peixoto Santos" userId="1bcb44e7-5d82-436c-b2eb-8036fed75eb8" providerId="ADAL" clId="{10CBD472-44B5-5CDB-B0A6-8736312077FE}" dt="2026-03-14T18:32:44.331" v="13865" actId="20577"/>
          <ac:spMkLst>
            <pc:docMk/>
            <pc:sldMk cId="1065609064" sldId="352"/>
            <ac:spMk id="2" creationId="{29B58F91-1CF0-C128-605B-284761C2EB5D}"/>
          </ac:spMkLst>
        </pc:spChg>
        <pc:spChg chg="mod">
          <ac:chgData name="Luís Paulo Peixoto Santos" userId="1bcb44e7-5d82-436c-b2eb-8036fed75eb8" providerId="ADAL" clId="{10CBD472-44B5-5CDB-B0A6-8736312077FE}" dt="2026-03-14T18:03:43.305" v="13798" actId="14100"/>
          <ac:spMkLst>
            <pc:docMk/>
            <pc:sldMk cId="1065609064" sldId="352"/>
            <ac:spMk id="3" creationId="{E965FEE9-B08B-F1F3-70CF-4748F49F2F15}"/>
          </ac:spMkLst>
        </pc:spChg>
        <pc:spChg chg="mod">
          <ac:chgData name="Luís Paulo Peixoto Santos" userId="1bcb44e7-5d82-436c-b2eb-8036fed75eb8" providerId="ADAL" clId="{10CBD472-44B5-5CDB-B0A6-8736312077FE}" dt="2026-03-14T18:19:05.389" v="13849" actId="1076"/>
          <ac:spMkLst>
            <pc:docMk/>
            <pc:sldMk cId="1065609064" sldId="352"/>
            <ac:spMk id="7" creationId="{DEB0DC3C-3A78-56CE-5D63-3E3A13E9B4CD}"/>
          </ac:spMkLst>
        </pc:spChg>
      </pc:sldChg>
      <pc:sldChg chg="addSp delSp modSp add del mod">
        <pc:chgData name="Luís Paulo Peixoto Santos" userId="1bcb44e7-5d82-436c-b2eb-8036fed75eb8" providerId="ADAL" clId="{10CBD472-44B5-5CDB-B0A6-8736312077FE}" dt="2026-03-14T17:31:42.443" v="13474" actId="2696"/>
        <pc:sldMkLst>
          <pc:docMk/>
          <pc:sldMk cId="1422893203" sldId="352"/>
        </pc:sldMkLst>
        <pc:spChg chg="mod">
          <ac:chgData name="Luís Paulo Peixoto Santos" userId="1bcb44e7-5d82-436c-b2eb-8036fed75eb8" providerId="ADAL" clId="{10CBD472-44B5-5CDB-B0A6-8736312077FE}" dt="2026-03-14T17:25:14.024" v="13472" actId="20577"/>
          <ac:spMkLst>
            <pc:docMk/>
            <pc:sldMk cId="1422893203" sldId="352"/>
            <ac:spMk id="2" creationId="{381585CA-01BD-EE31-883E-2889E53B6CCD}"/>
          </ac:spMkLst>
        </pc:spChg>
        <pc:picChg chg="del">
          <ac:chgData name="Luís Paulo Peixoto Santos" userId="1bcb44e7-5d82-436c-b2eb-8036fed75eb8" providerId="ADAL" clId="{10CBD472-44B5-5CDB-B0A6-8736312077FE}" dt="2026-03-14T17:25:17.054" v="13473" actId="478"/>
          <ac:picMkLst>
            <pc:docMk/>
            <pc:sldMk cId="1422893203" sldId="352"/>
            <ac:picMk id="3" creationId="{63429E76-1EDC-36A6-DB6B-249DC6A5A857}"/>
          </ac:picMkLst>
        </pc:picChg>
        <pc:picChg chg="add mod">
          <ac:chgData name="Luís Paulo Peixoto Santos" userId="1bcb44e7-5d82-436c-b2eb-8036fed75eb8" providerId="ADAL" clId="{10CBD472-44B5-5CDB-B0A6-8736312077FE}" dt="2026-03-14T17:25:08.640" v="13471" actId="1076"/>
          <ac:picMkLst>
            <pc:docMk/>
            <pc:sldMk cId="1422893203" sldId="352"/>
            <ac:picMk id="6" creationId="{CF716092-8FC1-9118-082E-0E6A483B6D49}"/>
          </ac:picMkLst>
        </pc:picChg>
        <pc:picChg chg="del">
          <ac:chgData name="Luís Paulo Peixoto Santos" userId="1bcb44e7-5d82-436c-b2eb-8036fed75eb8" providerId="ADAL" clId="{10CBD472-44B5-5CDB-B0A6-8736312077FE}" dt="2026-03-14T17:24:45.814" v="13468" actId="478"/>
          <ac:picMkLst>
            <pc:docMk/>
            <pc:sldMk cId="1422893203" sldId="352"/>
            <ac:picMk id="7" creationId="{B7747BDC-876E-9268-11DA-7B2CF901702A}"/>
          </ac:picMkLst>
        </pc:picChg>
      </pc:sldChg>
      <pc:sldMasterChg chg="setBg modSldLayout">
        <pc:chgData name="Luís Paulo Peixoto Santos" userId="1bcb44e7-5d82-436c-b2eb-8036fed75eb8" providerId="ADAL" clId="{10CBD472-44B5-5CDB-B0A6-8736312077FE}" dt="2026-03-10T12:10:43.113" v="2768" actId="14100"/>
        <pc:sldMasterMkLst>
          <pc:docMk/>
          <pc:sldMasterMk cId="3471932301" sldId="2147483648"/>
        </pc:sldMasterMkLst>
        <pc:sldLayoutChg chg="modSp mod setBg">
          <pc:chgData name="Luís Paulo Peixoto Santos" userId="1bcb44e7-5d82-436c-b2eb-8036fed75eb8" providerId="ADAL" clId="{10CBD472-44B5-5CDB-B0A6-8736312077FE}" dt="2026-03-10T12:10:03.201" v="2765" actId="14100"/>
          <pc:sldLayoutMkLst>
            <pc:docMk/>
            <pc:sldMasterMk cId="3471932301" sldId="2147483648"/>
            <pc:sldLayoutMk cId="3143346842" sldId="2147483649"/>
          </pc:sldLayoutMkLst>
          <pc:spChg chg="mod">
            <ac:chgData name="Luís Paulo Peixoto Santos" userId="1bcb44e7-5d82-436c-b2eb-8036fed75eb8" providerId="ADAL" clId="{10CBD472-44B5-5CDB-B0A6-8736312077FE}" dt="2026-03-10T12:10:03.201" v="2765" actId="14100"/>
            <ac:spMkLst>
              <pc:docMk/>
              <pc:sldMasterMk cId="3471932301" sldId="2147483648"/>
              <pc:sldLayoutMk cId="3143346842" sldId="2147483649"/>
              <ac:spMk id="4" creationId="{8AE5965E-06E3-5048-DA4A-290DDC0DC1D9}"/>
            </ac:spMkLst>
          </pc:spChg>
          <pc:spChg chg="mod">
            <ac:chgData name="Luís Paulo Peixoto Santos" userId="1bcb44e7-5d82-436c-b2eb-8036fed75eb8" providerId="ADAL" clId="{10CBD472-44B5-5CDB-B0A6-8736312077FE}" dt="2026-03-10T12:09:57.439" v="2764" actId="14100"/>
            <ac:spMkLst>
              <pc:docMk/>
              <pc:sldMasterMk cId="3471932301" sldId="2147483648"/>
              <pc:sldLayoutMk cId="3143346842" sldId="2147483649"/>
              <ac:spMk id="5" creationId="{5299D7DF-124A-E97C-4C42-BD1BBA8ADDA4}"/>
            </ac:spMkLst>
          </pc:spChg>
        </pc:sldLayoutChg>
        <pc:sldLayoutChg chg="modSp mod setBg">
          <pc:chgData name="Luís Paulo Peixoto Santos" userId="1bcb44e7-5d82-436c-b2eb-8036fed75eb8" providerId="ADAL" clId="{10CBD472-44B5-5CDB-B0A6-8736312077FE}" dt="2026-03-10T12:10:43.113" v="2768" actId="14100"/>
          <pc:sldLayoutMkLst>
            <pc:docMk/>
            <pc:sldMasterMk cId="3471932301" sldId="2147483648"/>
            <pc:sldLayoutMk cId="753842353" sldId="2147483650"/>
          </pc:sldLayoutMkLst>
          <pc:spChg chg="mod">
            <ac:chgData name="Luís Paulo Peixoto Santos" userId="1bcb44e7-5d82-436c-b2eb-8036fed75eb8" providerId="ADAL" clId="{10CBD472-44B5-5CDB-B0A6-8736312077FE}" dt="2026-03-10T12:10:43.113" v="2768" actId="14100"/>
            <ac:spMkLst>
              <pc:docMk/>
              <pc:sldMasterMk cId="3471932301" sldId="2147483648"/>
              <pc:sldLayoutMk cId="753842353" sldId="2147483650"/>
              <ac:spMk id="4" creationId="{D6C48D2D-5F68-1809-04E2-2E45CFB862ED}"/>
            </ac:spMkLst>
          </pc:spChg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1134159764" sldId="2147483651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1841821469" sldId="2147483652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3477128091" sldId="2147483653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1920911596" sldId="2147483654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2027959625" sldId="2147483655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2228135774" sldId="2147483656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3780083586" sldId="2147483657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2412382445" sldId="2147483658"/>
          </pc:sldLayoutMkLst>
        </pc:sldLayoutChg>
        <pc:sldLayoutChg chg="setBg">
          <pc:chgData name="Luís Paulo Peixoto Santos" userId="1bcb44e7-5d82-436c-b2eb-8036fed75eb8" providerId="ADAL" clId="{10CBD472-44B5-5CDB-B0A6-8736312077FE}" dt="2026-03-10T12:08:45.757" v="2763"/>
          <pc:sldLayoutMkLst>
            <pc:docMk/>
            <pc:sldMasterMk cId="3471932301" sldId="2147483648"/>
            <pc:sldLayoutMk cId="154473550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71486-2F45-2846-870D-BE9E5450346F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8173-BD06-0448-B9A8-6306D8951E08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22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714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1E5C-212C-A52F-9BFC-62325B448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E4BFCE9-3876-E433-7D2A-06748EEDC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4227B75-879D-1927-9F54-7DE059105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22FE23D-CF1E-932F-3FB7-6FF217823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201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BAFC-C7EC-ADFF-6019-D96ABCCA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C26D991-7D94-8C1F-324B-97099CBA9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72B18AB-035B-D9C5-730C-FD46522C7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BBCDFD9-394A-55AF-A21E-22342E6AF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03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71B4-0E1E-4C05-8CB0-8931708C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E4216D7-0425-E567-E86F-F27C61EFF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8E9FC17-00BF-EC14-E449-0562276AB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C82F7B5-B73C-A31F-42E7-854042BE0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962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ECFD-3514-CB6B-13A0-8D42635B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29492102-EAE1-5166-1D53-8415F92C4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DC8E177-D699-F394-0B78-C1B93F037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B6A6DF8-95C7-971B-9808-6C51110A2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671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B8F5-02ED-2AFB-06BA-288417A6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43BE7BA-0771-01D3-DA9D-4F4CA6344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53C301A-7B1C-85FF-193A-E4047B19C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8A3206-25C3-84F0-9349-6097B8219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736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EE2C-F30B-0181-3CE9-440F2DBD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69B7D4F-AE6B-78AE-1EC0-59AE046D3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0E855B84-F16E-1BB5-E0EB-F6D7C3F9F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B069AC0-294F-D513-84A5-D6DAF75F8A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978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38DF6-CE6F-6BAD-7CD1-599C6A3A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4F06076-BA99-D6E2-B95F-75A91217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3BDB4AC-EEFF-ADDD-5BCA-6ED05F029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FCAD727-49AC-5B40-6CDD-E506E193E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60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CC92-4360-B69B-9D4C-686C5920E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4341DE1-F3F9-E622-0A54-3F3B04C24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18E4D26-3BE3-3274-FB91-4F424F424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8FBFFA7-9EAE-BBA0-2AED-307720458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554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011A7-FD38-BCA5-7CB7-02DFF100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BCAE8465-4AAD-4ECF-664F-25795FB02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6C6AE751-A100-50D9-8CA8-94E54D0EC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7AF3332-3EAA-8714-772F-AC075BFA7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030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D26CD-7B28-8433-BFB3-1A5A1813F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AC74713-7C61-7CD9-9463-BF4E75883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73ECCEA-B96B-3D95-32D2-DDA07FAD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5281BA6-2E9F-896B-C064-C8CE60481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687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B4C4D-1613-1314-A41E-75895A90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0D7E791C-A957-63F4-7B90-CD710E0CB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F8C48382-44E1-0C8B-597A-515B9E31A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FB6AD0F-8BFC-B698-3A9F-9F9C95CC6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207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D4A4C-B017-3658-C7B9-A23E9BF9E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1D4848D-2A1E-E9F7-C45B-C8342FB9A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A43D41C9-85B9-BD38-CAE0-4EBCDA3ED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CADE547-D2BB-7F31-69FD-F2906A58A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160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BA66-91FE-3BB4-17E7-CD83D08D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872C0906-9DB1-55F9-4B5D-E963EAA7A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41DD8734-9AD7-A9EC-88CD-FC78D023D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A91D79C-669D-DD79-C78D-ECA3B9813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177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3DC68-F708-13E6-80E4-ED1D032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473345E-66F9-5D6A-0D11-A74A0FAE3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CABE44A-CAC6-19FC-6B56-8A3330317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97C9D03-FE9D-A060-C69E-69FEE56D0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832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0B105-54A8-D42D-5B73-905E5456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7A21C24-0F33-57E6-9053-3E733ECEA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755CAEF-230A-438E-C43E-3BD54464E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D7D2F3A-84E2-B8C2-8DC6-998F1C192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68173-BD06-0448-B9A8-6306D8951E08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366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8FB5E-1D32-C224-FE42-6AF934DA1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BC1BB9-7422-4C6D-0100-E807F5658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AE5965E-06E3-5048-DA4A-290DDC0D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335594" cy="365125"/>
          </a:xfrm>
        </p:spPr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299D7DF-124A-E97C-4C42-BD1BBA8A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13006" y="6356350"/>
            <a:ext cx="3640394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CFAE33C-A6AB-513D-ACAF-EB86E2A3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34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58FB3-6243-1AFC-9A1F-820887516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F04D9B3-AA88-7593-22B5-98C3AF9FF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1825625"/>
            <a:ext cx="11266311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  <a:lvl2pPr>
              <a:defRPr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2pPr>
            <a:lvl3pPr>
              <a:defRPr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3pPr>
            <a:lvl4pPr>
              <a:defRPr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4pPr>
            <a:lvl5pPr>
              <a:defRPr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5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6C48D2D-5F68-1809-04E2-2E45CFB8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32" y="6368344"/>
            <a:ext cx="3242461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</a:lstStyle>
          <a:p>
            <a:r>
              <a:rPr lang="pt-PT" dirty="0" err="1"/>
              <a:t>From</a:t>
            </a:r>
            <a:r>
              <a:rPr lang="pt-PT" dirty="0"/>
              <a:t> Light </a:t>
            </a:r>
            <a:r>
              <a:rPr lang="pt-PT" dirty="0" err="1"/>
              <a:t>Paths</a:t>
            </a:r>
            <a:r>
              <a:rPr lang="pt-PT" dirty="0"/>
              <a:t> to </a:t>
            </a:r>
            <a:r>
              <a:rPr lang="pt-PT" dirty="0" err="1"/>
              <a:t>Feynman</a:t>
            </a:r>
            <a:r>
              <a:rPr lang="pt-PT" dirty="0"/>
              <a:t> </a:t>
            </a:r>
            <a:r>
              <a:rPr lang="pt-PT" dirty="0" err="1"/>
              <a:t>Paths</a:t>
            </a:r>
            <a:endParaRPr lang="en-GB" sz="1400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D53B367-CC8E-4517-8A87-F63E983B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</a:lstStyle>
          <a:p>
            <a:endParaRPr lang="en-GB" sz="1400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91E98BA-95FF-98F2-CEFB-CF318735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7244" y="6356350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</a:lstStyle>
          <a:p>
            <a:fld id="{3BE83D77-72D8-6C4C-84A5-01A3F8C18DB9}" type="slidenum">
              <a:rPr lang="en-GB" smtClean="0"/>
              <a:pPr/>
              <a:t>‹nº›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753842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45161-1484-EF40-3196-152E9C86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ED26B5F-FD49-37A7-6F46-5C56B98E2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3C3C33F-9F04-66BF-7AFD-D34EAAF0E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744657E-1D4B-548A-3713-D1D35DD1E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A556EF6-8BC6-C0F9-CFF6-3C94AB6C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15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4D0D3-4D69-B3E9-1D50-7E03E8EF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DA47AE4-C58A-2E86-EAD8-773282A20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9B91C30-AC82-E246-974A-631882313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1DFC7DA-7D1F-AC5E-0255-F59515DC5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51838DB-229B-A839-CED6-6FBA9510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5D9DD2A-3210-18E8-B973-E8D9BAFC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82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8410B-3F4A-6399-783B-E022D7F32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2B3AF5F-7CEA-A3A7-0EB0-8F4364414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375FDF4-8547-EE5B-98EC-69FEB8A6C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A979730-3F17-A5E0-2BF2-812CA38E4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0AF3B5B5-95F2-A124-B107-4C0294217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3F49F3E-33CE-9F1E-62B0-0C789B8B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22B3F2B-F784-EF74-89D7-F69384DEA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575AC63-131C-949D-B5C6-D70A0575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12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E34B3-9446-8FF5-E046-DCCD6F36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F6F4015-3A15-1F0C-7056-D9C59C671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0339FEB-1A61-B5F0-F7F0-22913DBB3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DF707CB-803B-F609-12EC-91582569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91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5F2CDB3-FFFE-641F-7342-5EAC3F97B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12C8E9F-D8EE-92C5-EEF8-5A63476D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C395951-FC8F-AFDE-E9C6-9DBF2050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95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B99C1-0723-5568-3973-68D73D5E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49959B-5AE4-F93B-3979-3B4714C28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67C09E14-87F8-A121-1D02-64BD11F5F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5462417-F2DF-1C6F-0B5C-68D2B139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D51F675-C846-7360-A827-49EA7F97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EE3500D-D165-B705-0057-65563A83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135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C0371-EB2B-E343-2552-B32FDF6A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5D49D741-AFB4-0DA1-D0F7-EE21DA903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6C328C7-DBFA-850C-A5D3-761F3BD38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42D611F-D153-6319-C3C7-A38C7450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F2260AD-EB03-095D-0B47-5C04D44EA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123A786-7679-BF93-B7CD-09C44B7F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08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99616-AE06-D53A-C687-38413D1B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0960412-DF35-4232-98A6-6B45C5712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24357BC-6C5B-776E-B796-9C1D96B9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08121EE-EC2D-E1DF-06FE-9521BB07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88EBFA3-3FD6-CD38-445C-7C8A9913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82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0BCD0B-8021-DD99-076D-A61AC866A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GB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CD46FE6-9D17-450F-476A-86AE4F7C5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DEB4A22-1762-5412-4DC2-8A34B1721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4D540E4-3250-DAB0-DDD4-8B76D42C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A55BCF8-BCEC-016F-731A-1CE9D672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3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26000">
              <a:srgbClr val="9E8679"/>
            </a:gs>
            <a:gs pos="8000">
              <a:srgbClr val="54595E"/>
            </a:gs>
            <a:gs pos="0">
              <a:srgbClr val="3B444D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85517B4-E459-2C61-C58E-B106820D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234" y="365125"/>
            <a:ext cx="96425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dirty="0"/>
              <a:t>Clique para editar o estilo de título do Modelo Global</a:t>
            </a:r>
            <a:endParaRPr lang="en-GB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CFD5B11-4A1E-D58D-8CC7-D52FEA9F2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GB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78F30EF-BE31-F5CA-1D3A-7260BB9BD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CB7AEC-883D-A1FE-AE78-0B4B42103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D30D82E-F310-9865-3A2F-C4288FCFB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83D77-72D8-6C4C-84A5-01A3F8C18DB9}" type="slidenum">
              <a:rPr lang="en-GB" smtClean="0"/>
              <a:t>‹nº›</a:t>
            </a:fld>
            <a:endParaRPr lang="en-GB"/>
          </a:p>
        </p:txBody>
      </p:sp>
      <p:pic>
        <p:nvPicPr>
          <p:cNvPr id="7" name="Imagem 6" descr="Uma imagem com Gráficos, clipart, logótipo, design&#10;&#10;Os conteúdos gerados por IA podem estar incorretos.">
            <a:extLst>
              <a:ext uri="{FF2B5EF4-FFF2-40B4-BE49-F238E27FC236}">
                <a16:creationId xmlns:a16="http://schemas.microsoft.com/office/drawing/2014/main" id="{A1D84BE0-A5CA-AA60-5A54-29DC59846C1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7823" y="0"/>
            <a:ext cx="1489166" cy="148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3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3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30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0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image" Target="../media/image61.png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84.png"/><Relationship Id="rId10" Type="http://schemas.openxmlformats.org/officeDocument/2006/relationships/image" Target="../media/image83.png"/><Relationship Id="rId9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8" Type="http://schemas.openxmlformats.org/officeDocument/2006/relationships/image" Target="../media/image94.png"/><Relationship Id="rId3" Type="http://schemas.openxmlformats.org/officeDocument/2006/relationships/image" Target="../media/image87.png"/><Relationship Id="rId21" Type="http://schemas.openxmlformats.org/officeDocument/2006/relationships/image" Target="../media/image97.png"/><Relationship Id="rId7" Type="http://schemas.openxmlformats.org/officeDocument/2006/relationships/image" Target="../media/image91.png"/><Relationship Id="rId17" Type="http://schemas.openxmlformats.org/officeDocument/2006/relationships/image" Target="../media/image930.png"/><Relationship Id="rId25" Type="http://schemas.openxmlformats.org/officeDocument/2006/relationships/image" Target="../media/image10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20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24" Type="http://schemas.openxmlformats.org/officeDocument/2006/relationships/image" Target="../media/image100.png"/><Relationship Id="rId5" Type="http://schemas.openxmlformats.org/officeDocument/2006/relationships/image" Target="../media/image89.png"/><Relationship Id="rId23" Type="http://schemas.openxmlformats.org/officeDocument/2006/relationships/image" Target="../media/image99.png"/><Relationship Id="rId19" Type="http://schemas.openxmlformats.org/officeDocument/2006/relationships/image" Target="../media/image95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22" Type="http://schemas.openxmlformats.org/officeDocument/2006/relationships/image" Target="../media/image9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2.png"/><Relationship Id="rId7" Type="http://schemas.openxmlformats.org/officeDocument/2006/relationships/image" Target="../media/image104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103.png"/><Relationship Id="rId9" Type="http://schemas.openxmlformats.org/officeDocument/2006/relationships/image" Target="../media/image10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9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109.png"/><Relationship Id="rId5" Type="http://schemas.openxmlformats.org/officeDocument/2006/relationships/image" Target="../media/image89.png"/><Relationship Id="rId15" Type="http://schemas.openxmlformats.org/officeDocument/2006/relationships/image" Target="../media/image101.png"/><Relationship Id="rId10" Type="http://schemas.openxmlformats.org/officeDocument/2006/relationships/image" Target="../media/image108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02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03.png"/><Relationship Id="rId9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33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134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32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15" Type="http://schemas.openxmlformats.org/officeDocument/2006/relationships/image" Target="../media/image141.png"/><Relationship Id="rId4" Type="http://schemas.openxmlformats.org/officeDocument/2006/relationships/image" Target="../media/image137.png"/><Relationship Id="rId14" Type="http://schemas.openxmlformats.org/officeDocument/2006/relationships/image" Target="../media/image1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7" Type="http://schemas.openxmlformats.org/officeDocument/2006/relationships/image" Target="../media/image149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acc.fccn.pt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m espaço, fogo de artifício, captura de ecrã&#10;&#10;Os conteúdos gerados por IA podem estar incorretos.">
            <a:extLst>
              <a:ext uri="{FF2B5EF4-FFF2-40B4-BE49-F238E27FC236}">
                <a16:creationId xmlns:a16="http://schemas.microsoft.com/office/drawing/2014/main" id="{8FECAA69-5D00-4893-7F37-6D8C1C384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66" y="-2"/>
            <a:ext cx="12195465" cy="685800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5E914712-50F6-6914-FBD9-415F507A5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347" y="5730410"/>
            <a:ext cx="4557848" cy="978199"/>
          </a:xfrm>
          <a:noFill/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Luís Paulo Peixoto dos Santos</a:t>
            </a:r>
          </a:p>
          <a:p>
            <a:pPr algn="l"/>
            <a:r>
              <a:rPr lang="en-GB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March, 2026</a:t>
            </a:r>
          </a:p>
          <a:p>
            <a:endParaRPr lang="en-GB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1026" name="Picture 2" descr="INESC TEC">
            <a:extLst>
              <a:ext uri="{FF2B5EF4-FFF2-40B4-BE49-F238E27FC236}">
                <a16:creationId xmlns:a16="http://schemas.microsoft.com/office/drawing/2014/main" id="{3F0F9678-701B-B6CE-6E47-E81825565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122" y="386897"/>
            <a:ext cx="3258980" cy="90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versidade do Minho">
            <a:extLst>
              <a:ext uri="{FF2B5EF4-FFF2-40B4-BE49-F238E27FC236}">
                <a16:creationId xmlns:a16="http://schemas.microsoft.com/office/drawing/2014/main" id="{3FF178A2-DBD2-876D-FF50-B7D28A394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98" y="386897"/>
            <a:ext cx="1835254" cy="141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137EA750-BBD2-C780-C585-679067C8573E}"/>
              </a:ext>
            </a:extLst>
          </p:cNvPr>
          <p:cNvSpPr txBox="1">
            <a:spLocks/>
          </p:cNvSpPr>
          <p:nvPr/>
        </p:nvSpPr>
        <p:spPr>
          <a:xfrm>
            <a:off x="7214886" y="6219509"/>
            <a:ext cx="4777767" cy="4678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800" b="1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Habilitation</a:t>
            </a:r>
            <a:r>
              <a:rPr lang="en-GB" sz="2800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in Informatics</a:t>
            </a:r>
          </a:p>
          <a:p>
            <a:endParaRPr lang="en-GB" sz="28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AC77B63D-EB45-9EE6-9B97-6F535E8F0260}"/>
              </a:ext>
            </a:extLst>
          </p:cNvPr>
          <p:cNvSpPr txBox="1">
            <a:spLocks/>
          </p:cNvSpPr>
          <p:nvPr/>
        </p:nvSpPr>
        <p:spPr>
          <a:xfrm>
            <a:off x="2655321" y="2564304"/>
            <a:ext cx="4777767" cy="2260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4000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From Light Paths</a:t>
            </a:r>
          </a:p>
          <a:p>
            <a:pPr algn="l"/>
            <a:r>
              <a:rPr lang="en-GB" sz="4000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to</a:t>
            </a:r>
          </a:p>
          <a:p>
            <a:pPr algn="l"/>
            <a:r>
              <a:rPr lang="en-GB" sz="4000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Feynman Paths</a:t>
            </a:r>
          </a:p>
          <a:p>
            <a:endParaRPr lang="en-GB" sz="40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0182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AD480-802C-8233-101D-7A899A4D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Through the years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4DE8B0E-1556-9F0C-4C11-D61C3695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F18F7F9-5A1F-7090-7150-28CADA25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2</a:t>
            </a:fld>
            <a:endParaRPr lang="en-GB" sz="1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EF3426-2B0D-0D3B-51F7-511B1AA35807}"/>
              </a:ext>
            </a:extLst>
          </p:cNvPr>
          <p:cNvSpPr>
            <a:spLocks noChangeAspect="1"/>
          </p:cNvSpPr>
          <p:nvPr/>
        </p:nvSpPr>
        <p:spPr>
          <a:xfrm>
            <a:off x="1127258" y="1814051"/>
            <a:ext cx="1936208" cy="1872000"/>
          </a:xfrm>
          <a:prstGeom prst="ellipse">
            <a:avLst/>
          </a:prstGeom>
          <a:solidFill>
            <a:srgbClr val="3B4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Parallel Processing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1DDF9E-3A8C-CA68-C3B2-F6A145C6E057}"/>
              </a:ext>
            </a:extLst>
          </p:cNvPr>
          <p:cNvSpPr>
            <a:spLocks noChangeAspect="1"/>
          </p:cNvSpPr>
          <p:nvPr/>
        </p:nvSpPr>
        <p:spPr>
          <a:xfrm>
            <a:off x="5438703" y="1814051"/>
            <a:ext cx="1936208" cy="1872000"/>
          </a:xfrm>
          <a:prstGeom prst="ellipse">
            <a:avLst/>
          </a:prstGeom>
          <a:solidFill>
            <a:srgbClr val="3B4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Global </a:t>
            </a:r>
            <a:r>
              <a:rPr lang="en-GB" sz="1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Illumination</a:t>
            </a:r>
            <a:endParaRPr lang="en-GB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A0E637C-1463-A882-1F9A-9A2BD6F8825E}"/>
              </a:ext>
            </a:extLst>
          </p:cNvPr>
          <p:cNvSpPr>
            <a:spLocks noChangeAspect="1"/>
          </p:cNvSpPr>
          <p:nvPr/>
        </p:nvSpPr>
        <p:spPr>
          <a:xfrm>
            <a:off x="4937264" y="4441498"/>
            <a:ext cx="1936208" cy="1872000"/>
          </a:xfrm>
          <a:prstGeom prst="ellipse">
            <a:avLst/>
          </a:prstGeom>
          <a:solidFill>
            <a:srgbClr val="3B44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Quantum </a:t>
            </a:r>
            <a:r>
              <a:rPr lang="en-GB" sz="16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Computing</a:t>
            </a:r>
            <a:endParaRPr lang="en-GB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F516057F-32FA-6D47-BDC4-BE48398CC940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063466" y="2750051"/>
            <a:ext cx="2375237" cy="0"/>
          </a:xfrm>
          <a:prstGeom prst="straightConnector1">
            <a:avLst/>
          </a:prstGeom>
          <a:ln w="38100">
            <a:solidFill>
              <a:srgbClr val="3B44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xão Curva 11">
            <a:extLst>
              <a:ext uri="{FF2B5EF4-FFF2-40B4-BE49-F238E27FC236}">
                <a16:creationId xmlns:a16="http://schemas.microsoft.com/office/drawing/2014/main" id="{F107426A-D7A8-AAF7-E12D-035090CB7D97}"/>
              </a:ext>
            </a:extLst>
          </p:cNvPr>
          <p:cNvCxnSpPr>
            <a:stCxn id="7" idx="4"/>
            <a:endCxn id="8" idx="2"/>
          </p:cNvCxnSpPr>
          <p:nvPr/>
        </p:nvCxnSpPr>
        <p:spPr>
          <a:xfrm rot="5400000">
            <a:off x="4826313" y="3797003"/>
            <a:ext cx="1691447" cy="1469543"/>
          </a:xfrm>
          <a:prstGeom prst="curvedConnector4">
            <a:avLst>
              <a:gd name="adj1" fmla="val 22331"/>
              <a:gd name="adj2" fmla="val 115556"/>
            </a:avLst>
          </a:prstGeom>
          <a:ln w="38100">
            <a:solidFill>
              <a:srgbClr val="3B44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9DD10F35-A695-0929-C013-DD523957A9CA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6873472" y="5377498"/>
            <a:ext cx="972670" cy="0"/>
          </a:xfrm>
          <a:prstGeom prst="straightConnector1">
            <a:avLst/>
          </a:prstGeom>
          <a:ln w="38100">
            <a:solidFill>
              <a:srgbClr val="3B44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xão Reta Unidirecional 18">
            <a:extLst>
              <a:ext uri="{FF2B5EF4-FFF2-40B4-BE49-F238E27FC236}">
                <a16:creationId xmlns:a16="http://schemas.microsoft.com/office/drawing/2014/main" id="{7652DA05-3F78-D4FE-1144-24240B337053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474132" y="2750051"/>
            <a:ext cx="653126" cy="0"/>
          </a:xfrm>
          <a:prstGeom prst="straightConnector1">
            <a:avLst/>
          </a:prstGeom>
          <a:ln w="38100">
            <a:solidFill>
              <a:srgbClr val="3B44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71B222C-DA70-2AC2-666A-B657B87DF9B3}"/>
              </a:ext>
            </a:extLst>
          </p:cNvPr>
          <p:cNvSpPr txBox="1"/>
          <p:nvPr/>
        </p:nvSpPr>
        <p:spPr>
          <a:xfrm>
            <a:off x="431985" y="2319038"/>
            <a:ext cx="73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1990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436804B-7D26-FE46-91B3-19B42493EB53}"/>
              </a:ext>
            </a:extLst>
          </p:cNvPr>
          <p:cNvSpPr txBox="1"/>
          <p:nvPr/>
        </p:nvSpPr>
        <p:spPr>
          <a:xfrm>
            <a:off x="4802424" y="2319036"/>
            <a:ext cx="73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2001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12A4F03-91AD-1853-30B6-CD3960CF067C}"/>
              </a:ext>
            </a:extLst>
          </p:cNvPr>
          <p:cNvSpPr txBox="1"/>
          <p:nvPr/>
        </p:nvSpPr>
        <p:spPr>
          <a:xfrm>
            <a:off x="6873472" y="5008165"/>
            <a:ext cx="73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2016</a:t>
            </a:r>
          </a:p>
        </p:txBody>
      </p:sp>
      <p:pic>
        <p:nvPicPr>
          <p:cNvPr id="26" name="Imagem 25" descr="Uma imagem com Componente eletrónico, Componente de circuito, Engenharia eletrónica, Componente passivo de circuito&#10;&#10;Os conteúdos gerados por IA podem estar incorretos.">
            <a:extLst>
              <a:ext uri="{FF2B5EF4-FFF2-40B4-BE49-F238E27FC236}">
                <a16:creationId xmlns:a16="http://schemas.microsoft.com/office/drawing/2014/main" id="{9227FA1D-4EC0-78E0-94C3-297BDBBB3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2" y="3803380"/>
            <a:ext cx="2664000" cy="1776000"/>
          </a:xfrm>
          <a:prstGeom prst="rect">
            <a:avLst/>
          </a:prstGeom>
          <a:solidFill>
            <a:srgbClr val="3B444D"/>
          </a:solidFill>
          <a:effectLst>
            <a:softEdge rad="114300"/>
          </a:effectLst>
        </p:spPr>
      </p:pic>
      <p:pic>
        <p:nvPicPr>
          <p:cNvPr id="28" name="Imagem 27" descr="Uma imagem com mobília, interior, mesa de centro, mesa&#10;&#10;Os conteúdos gerados por IA podem estar incorretos.">
            <a:extLst>
              <a:ext uri="{FF2B5EF4-FFF2-40B4-BE49-F238E27FC236}">
                <a16:creationId xmlns:a16="http://schemas.microsoft.com/office/drawing/2014/main" id="{8A9A5E7D-1954-04DA-91E1-2AA4D965C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742" y="516199"/>
            <a:ext cx="3983628" cy="2655752"/>
          </a:xfrm>
          <a:prstGeom prst="rect">
            <a:avLst/>
          </a:prstGeom>
          <a:effectLst>
            <a:softEdge rad="114300"/>
          </a:effec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06A8FAE2-DEFE-56D7-5E79-E638C23D4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5941" y="3735802"/>
            <a:ext cx="2063321" cy="2655752"/>
          </a:xfrm>
          <a:prstGeom prst="rect">
            <a:avLst/>
          </a:prstGeom>
          <a:effectLst>
            <a:softEdge rad="177800"/>
          </a:effectLst>
        </p:spPr>
      </p:pic>
    </p:spTree>
    <p:extLst>
      <p:ext uri="{BB962C8B-B14F-4D97-AF65-F5344CB8AC3E}">
        <p14:creationId xmlns:p14="http://schemas.microsoft.com/office/powerpoint/2010/main" val="385795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D3590-2823-38EB-9849-9C6D7107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 object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176C3AD-004A-0E38-1946-47E44B984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56" y="1690688"/>
            <a:ext cx="3994629" cy="4951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Early quest to understand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36039A-CA54-45F5-3EC1-3746D126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2B41538-EE56-112A-45BD-114AA0C6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3</a:t>
            </a:fld>
            <a:endParaRPr lang="en-GB" sz="1400" dirty="0"/>
          </a:p>
        </p:txBody>
      </p:sp>
      <p:sp>
        <p:nvSpPr>
          <p:cNvPr id="6" name="Marcador de Posição de Conteúdo 2">
            <a:extLst>
              <a:ext uri="{FF2B5EF4-FFF2-40B4-BE49-F238E27FC236}">
                <a16:creationId xmlns:a16="http://schemas.microsoft.com/office/drawing/2014/main" id="{57B9DFFC-C91E-BB86-599A-7EE946A7561D}"/>
              </a:ext>
            </a:extLst>
          </p:cNvPr>
          <p:cNvSpPr txBox="1">
            <a:spLocks/>
          </p:cNvSpPr>
          <p:nvPr/>
        </p:nvSpPr>
        <p:spPr>
          <a:xfrm>
            <a:off x="1378700" y="2820925"/>
            <a:ext cx="4564900" cy="630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possible connections between</a:t>
            </a:r>
          </a:p>
        </p:txBody>
      </p:sp>
      <p:sp>
        <p:nvSpPr>
          <p:cNvPr id="8" name="Marcador de Posição de Conteúdo 2">
            <a:extLst>
              <a:ext uri="{FF2B5EF4-FFF2-40B4-BE49-F238E27FC236}">
                <a16:creationId xmlns:a16="http://schemas.microsoft.com/office/drawing/2014/main" id="{BA268FD1-839F-5CDB-E363-839B36308C35}"/>
              </a:ext>
            </a:extLst>
          </p:cNvPr>
          <p:cNvSpPr txBox="1">
            <a:spLocks/>
          </p:cNvSpPr>
          <p:nvPr/>
        </p:nvSpPr>
        <p:spPr>
          <a:xfrm>
            <a:off x="6445047" y="1938274"/>
            <a:ext cx="3075313" cy="784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Physically Based Global Illumination</a:t>
            </a:r>
          </a:p>
        </p:txBody>
      </p:sp>
      <p:sp>
        <p:nvSpPr>
          <p:cNvPr id="9" name="Marcador de Posição de Conteúdo 2">
            <a:extLst>
              <a:ext uri="{FF2B5EF4-FFF2-40B4-BE49-F238E27FC236}">
                <a16:creationId xmlns:a16="http://schemas.microsoft.com/office/drawing/2014/main" id="{55EE9FE4-7A40-6041-E5EE-5544FA9518C7}"/>
              </a:ext>
            </a:extLst>
          </p:cNvPr>
          <p:cNvSpPr txBox="1">
            <a:spLocks/>
          </p:cNvSpPr>
          <p:nvPr/>
        </p:nvSpPr>
        <p:spPr>
          <a:xfrm>
            <a:off x="9391626" y="4539518"/>
            <a:ext cx="1954435" cy="784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Quantum Computing</a:t>
            </a:r>
          </a:p>
        </p:txBody>
      </p:sp>
      <p:sp>
        <p:nvSpPr>
          <p:cNvPr id="10" name="Marcador de Posição de Conteúdo 2">
            <a:extLst>
              <a:ext uri="{FF2B5EF4-FFF2-40B4-BE49-F238E27FC236}">
                <a16:creationId xmlns:a16="http://schemas.microsoft.com/office/drawing/2014/main" id="{84CDE735-C683-088B-5A8B-BD4C37034C3C}"/>
              </a:ext>
            </a:extLst>
          </p:cNvPr>
          <p:cNvSpPr txBox="1">
            <a:spLocks/>
          </p:cNvSpPr>
          <p:nvPr/>
        </p:nvSpPr>
        <p:spPr>
          <a:xfrm>
            <a:off x="9391626" y="3421626"/>
            <a:ext cx="835742" cy="495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and</a:t>
            </a:r>
          </a:p>
        </p:txBody>
      </p:sp>
      <p:cxnSp>
        <p:nvCxnSpPr>
          <p:cNvPr id="14" name="Conexão Curva 13">
            <a:extLst>
              <a:ext uri="{FF2B5EF4-FFF2-40B4-BE49-F238E27FC236}">
                <a16:creationId xmlns:a16="http://schemas.microsoft.com/office/drawing/2014/main" id="{0D1C5C77-7B9C-8F6B-05FC-5F4ABCFB3EE0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H="1">
            <a:off x="1378700" y="1938274"/>
            <a:ext cx="3067485" cy="1197705"/>
          </a:xfrm>
          <a:prstGeom prst="curvedConnector5">
            <a:avLst>
              <a:gd name="adj1" fmla="val -7452"/>
              <a:gd name="adj2" fmla="val 21324"/>
              <a:gd name="adj3" fmla="val 12283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xão Curva 20">
            <a:extLst>
              <a:ext uri="{FF2B5EF4-FFF2-40B4-BE49-F238E27FC236}">
                <a16:creationId xmlns:a16="http://schemas.microsoft.com/office/drawing/2014/main" id="{29A5890B-749E-67D4-CD3E-64C7A10F04AE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5943600" y="2330586"/>
            <a:ext cx="501447" cy="805393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xão Curva 28">
            <a:extLst>
              <a:ext uri="{FF2B5EF4-FFF2-40B4-BE49-F238E27FC236}">
                <a16:creationId xmlns:a16="http://schemas.microsoft.com/office/drawing/2014/main" id="{464AE0F5-D44C-A88D-DA29-24A69AD1634C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>
            <a:off x="9520360" y="2330586"/>
            <a:ext cx="289137" cy="1091040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xão Curva 35">
            <a:extLst>
              <a:ext uri="{FF2B5EF4-FFF2-40B4-BE49-F238E27FC236}">
                <a16:creationId xmlns:a16="http://schemas.microsoft.com/office/drawing/2014/main" id="{BF76ACE8-108E-188F-9F86-4CBD59C4C917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16200000" flipH="1">
            <a:off x="9777810" y="3948484"/>
            <a:ext cx="622720" cy="559347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F26A7950-3DD4-FD30-7DE7-1E3298D1ED9D}"/>
                  </a:ext>
                </a:extLst>
              </p:cNvPr>
              <p:cNvSpPr txBox="1"/>
              <p:nvPr/>
            </p:nvSpPr>
            <p:spPr>
              <a:xfrm>
                <a:off x="632986" y="4435551"/>
                <a:ext cx="6729816" cy="1388201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3200" dirty="0">
                    <a:solidFill>
                      <a:schemeClr val="bg1"/>
                    </a:solidFill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Path Integral Monte Carlo 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𝒫</m:t>
                        </m:r>
                      </m:sub>
                      <m:sup/>
                      <m:e>
                        <m: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𝑓</m:t>
                        </m:r>
                        <m:d>
                          <m:dPr>
                            <m:ctrlPr>
                              <a:rPr lang="pt-PT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pt-PT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accPr>
                              <m:e>
                                <m:r>
                                  <a:rPr lang="pt-PT" sz="3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𝑝</m:t>
                                </m:r>
                              </m:e>
                            </m:acc>
                          </m:e>
                        </m:d>
                        <m:r>
                          <m:rPr>
                            <m:brk m:alnAt="23"/>
                          </m:rP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𝑑</m:t>
                        </m:r>
                        <m:acc>
                          <m:accPr>
                            <m:chr m:val="̅"/>
                            <m:ctrlPr>
                              <a:rPr lang="pt-PT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accPr>
                          <m:e>
                            <m:r>
                              <a:rPr lang="pt-PT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𝑝</m:t>
                            </m:r>
                          </m:e>
                        </m:acc>
                      </m:e>
                    </m:nary>
                    <m:r>
                      <a:rPr lang="pt-PT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m:t>=</m:t>
                    </m:r>
                    <m:f>
                      <m:fPr>
                        <m:ctrlP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fPr>
                      <m:num>
                        <m: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1</m:t>
                        </m:r>
                      </m:num>
                      <m:den>
                        <m: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𝑖</m:t>
                        </m:r>
                        <m: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=0</m:t>
                        </m:r>
                      </m:sub>
                      <m:sup>
                        <m: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𝑁</m:t>
                        </m:r>
                        <m:r>
                          <a:rPr lang="pt-PT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pt-PT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fPr>
                          <m:num>
                            <m:r>
                              <a:rPr lang="pt-PT" sz="3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t-PT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pt-PT" sz="3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3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pt-PT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PT" sz="3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pt-PT" sz="3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3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d>
                          </m:den>
                        </m:f>
                      </m:e>
                    </m:nary>
                    <m:r>
                      <a:rPr lang="pt-PT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m:t>+</m:t>
                    </m:r>
                    <m:r>
                      <a:rPr lang="pt-PT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𝜀</m:t>
                    </m:r>
                    <m:r>
                      <a:rPr lang="pt-PT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(</m:t>
                    </m:r>
                    <m:r>
                      <a:rPr lang="pt-PT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𝑁</m:t>
                    </m:r>
                    <m:r>
                      <a:rPr lang="pt-PT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)</m:t>
                    </m:r>
                  </m:oMath>
                </a14:m>
                <a:endParaRPr lang="en-GB" sz="3200" dirty="0">
                  <a:solidFill>
                    <a:schemeClr val="bg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</p:txBody>
          </p:sp>
        </mc:Choice>
        <mc:Fallback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F26A7950-3DD4-FD30-7DE7-1E3298D1E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6" y="4435551"/>
                <a:ext cx="6729816" cy="1388201"/>
              </a:xfrm>
              <a:prstGeom prst="rect">
                <a:avLst/>
              </a:prstGeom>
              <a:blipFill>
                <a:blip r:embed="rId2"/>
                <a:stretch>
                  <a:fillRect l="-11676" t="-26364" b="-97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Agrupar 24">
            <a:extLst>
              <a:ext uri="{FF2B5EF4-FFF2-40B4-BE49-F238E27FC236}">
                <a16:creationId xmlns:a16="http://schemas.microsoft.com/office/drawing/2014/main" id="{2C1AE682-BA07-2B43-C836-D4511869C696}"/>
              </a:ext>
            </a:extLst>
          </p:cNvPr>
          <p:cNvGrpSpPr/>
          <p:nvPr/>
        </p:nvGrpSpPr>
        <p:grpSpPr>
          <a:xfrm>
            <a:off x="1378700" y="1938274"/>
            <a:ext cx="9852471" cy="4091927"/>
            <a:chOff x="1378700" y="1938274"/>
            <a:chExt cx="9852471" cy="4091927"/>
          </a:xfrm>
        </p:grpSpPr>
        <p:sp>
          <p:nvSpPr>
            <p:cNvPr id="7" name="Marcador de Posição de Conteúdo 2">
              <a:extLst>
                <a:ext uri="{FF2B5EF4-FFF2-40B4-BE49-F238E27FC236}">
                  <a16:creationId xmlns:a16="http://schemas.microsoft.com/office/drawing/2014/main" id="{0D567D06-07E5-38A6-FCA8-CA87D12FD704}"/>
                </a:ext>
              </a:extLst>
            </p:cNvPr>
            <p:cNvSpPr txBox="1">
              <a:spLocks/>
            </p:cNvSpPr>
            <p:nvPr/>
          </p:nvSpPr>
          <p:spPr>
            <a:xfrm>
              <a:off x="1378700" y="3481521"/>
              <a:ext cx="3075313" cy="4951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GB" sz="2400" dirty="0"/>
                <a:t>existing paths from</a:t>
              </a:r>
            </a:p>
          </p:txBody>
        </p:sp>
        <p:cxnSp>
          <p:nvCxnSpPr>
            <p:cNvPr id="13" name="Conexão Curva 12">
              <a:extLst>
                <a:ext uri="{FF2B5EF4-FFF2-40B4-BE49-F238E27FC236}">
                  <a16:creationId xmlns:a16="http://schemas.microsoft.com/office/drawing/2014/main" id="{8C452F1A-0C36-5818-6084-9419D60801CE}"/>
                </a:ext>
              </a:extLst>
            </p:cNvPr>
            <p:cNvCxnSpPr>
              <a:stCxn id="3" idx="3"/>
              <a:endCxn id="7" idx="1"/>
            </p:cNvCxnSpPr>
            <p:nvPr/>
          </p:nvCxnSpPr>
          <p:spPr>
            <a:xfrm flipH="1">
              <a:off x="1378700" y="1938274"/>
              <a:ext cx="3067485" cy="1790833"/>
            </a:xfrm>
            <a:prstGeom prst="curvedConnector5">
              <a:avLst>
                <a:gd name="adj1" fmla="val -7452"/>
                <a:gd name="adj2" fmla="val 26941"/>
                <a:gd name="adj3" fmla="val 121395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xão Curva 23">
              <a:extLst>
                <a:ext uri="{FF2B5EF4-FFF2-40B4-BE49-F238E27FC236}">
                  <a16:creationId xmlns:a16="http://schemas.microsoft.com/office/drawing/2014/main" id="{4812216A-8D4D-0FB9-5BA8-DDD9674A14A5}"/>
                </a:ext>
              </a:extLst>
            </p:cNvPr>
            <p:cNvCxnSpPr>
              <a:cxnSpLocks/>
              <a:stCxn id="7" idx="3"/>
              <a:endCxn id="15" idx="1"/>
            </p:cNvCxnSpPr>
            <p:nvPr/>
          </p:nvCxnSpPr>
          <p:spPr>
            <a:xfrm flipV="1">
              <a:off x="4454013" y="3446212"/>
              <a:ext cx="2199243" cy="282895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Marcador de Posição de Conteúdo 2">
              <a:extLst>
                <a:ext uri="{FF2B5EF4-FFF2-40B4-BE49-F238E27FC236}">
                  <a16:creationId xmlns:a16="http://schemas.microsoft.com/office/drawing/2014/main" id="{7891FFDD-D02B-D838-0F3D-A71E6A15A520}"/>
                </a:ext>
              </a:extLst>
            </p:cNvPr>
            <p:cNvSpPr txBox="1">
              <a:spLocks/>
            </p:cNvSpPr>
            <p:nvPr/>
          </p:nvSpPr>
          <p:spPr>
            <a:xfrm>
              <a:off x="6653256" y="3198626"/>
              <a:ext cx="2171430" cy="4951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GB" sz="2400" dirty="0"/>
                <a:t>light paths to</a:t>
              </a:r>
            </a:p>
          </p:txBody>
        </p:sp>
        <p:sp>
          <p:nvSpPr>
            <p:cNvPr id="18" name="Marcador de Posição de Conteúdo 2">
              <a:extLst>
                <a:ext uri="{FF2B5EF4-FFF2-40B4-BE49-F238E27FC236}">
                  <a16:creationId xmlns:a16="http://schemas.microsoft.com/office/drawing/2014/main" id="{250451A8-6BC1-1BCE-A379-0F8B6C120EA3}"/>
                </a:ext>
              </a:extLst>
            </p:cNvPr>
            <p:cNvSpPr txBox="1">
              <a:spLocks/>
            </p:cNvSpPr>
            <p:nvPr/>
          </p:nvSpPr>
          <p:spPr>
            <a:xfrm>
              <a:off x="8545688" y="5535029"/>
              <a:ext cx="2685483" cy="4951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GB" sz="2400" dirty="0"/>
                <a:t>Feynman paths</a:t>
              </a:r>
            </a:p>
          </p:txBody>
        </p:sp>
        <p:cxnSp>
          <p:nvCxnSpPr>
            <p:cNvPr id="20" name="Conexão Curva 19">
              <a:extLst>
                <a:ext uri="{FF2B5EF4-FFF2-40B4-BE49-F238E27FC236}">
                  <a16:creationId xmlns:a16="http://schemas.microsoft.com/office/drawing/2014/main" id="{D7A31C2C-DF92-A7B6-A277-78F7347DD33B}"/>
                </a:ext>
              </a:extLst>
            </p:cNvPr>
            <p:cNvCxnSpPr>
              <a:cxnSpLocks/>
              <a:stCxn id="15" idx="2"/>
              <a:endCxn id="18" idx="1"/>
            </p:cNvCxnSpPr>
            <p:nvPr/>
          </p:nvCxnSpPr>
          <p:spPr>
            <a:xfrm rot="16200000" flipH="1">
              <a:off x="7097921" y="4334847"/>
              <a:ext cx="2088817" cy="806717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886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99DA1-49D6-9897-40F3-8E1D3343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Illumination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1988ACF-FA01-81A0-31A1-F70428AF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9982FC7-10F4-908F-7ED5-EAFF75D4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4</a:t>
            </a:fld>
            <a:endParaRPr lang="en-GB" sz="1400" dirty="0"/>
          </a:p>
        </p:txBody>
      </p:sp>
      <p:pic>
        <p:nvPicPr>
          <p:cNvPr id="7" name="Imagem 6" descr="Uma imagem com mobília, interior, mesa de centro, mesa&#10;&#10;Os conteúdos gerados por IA podem estar incorretos.">
            <a:extLst>
              <a:ext uri="{FF2B5EF4-FFF2-40B4-BE49-F238E27FC236}">
                <a16:creationId xmlns:a16="http://schemas.microsoft.com/office/drawing/2014/main" id="{882A9042-CC47-2E5C-9E35-6A4635125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579" y="1533833"/>
            <a:ext cx="6831438" cy="455429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5E2ADDA-6E5B-6FC9-2539-F67C6DD1D2B4}"/>
              </a:ext>
            </a:extLst>
          </p:cNvPr>
          <p:cNvSpPr txBox="1"/>
          <p:nvPr/>
        </p:nvSpPr>
        <p:spPr>
          <a:xfrm rot="1358285">
            <a:off x="323373" y="1703570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sp>
        <p:nvSpPr>
          <p:cNvPr id="9" name="Paralelogramo 8">
            <a:extLst>
              <a:ext uri="{FF2B5EF4-FFF2-40B4-BE49-F238E27FC236}">
                <a16:creationId xmlns:a16="http://schemas.microsoft.com/office/drawing/2014/main" id="{5FB07992-2113-5777-1042-8CB1D17CF3B5}"/>
              </a:ext>
            </a:extLst>
          </p:cNvPr>
          <p:cNvSpPr/>
          <p:nvPr/>
        </p:nvSpPr>
        <p:spPr>
          <a:xfrm>
            <a:off x="1300983" y="2030819"/>
            <a:ext cx="1658679" cy="1105786"/>
          </a:xfrm>
          <a:prstGeom prst="parallelogram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Conexão Reta 10">
            <a:extLst>
              <a:ext uri="{FF2B5EF4-FFF2-40B4-BE49-F238E27FC236}">
                <a16:creationId xmlns:a16="http://schemas.microsoft.com/office/drawing/2014/main" id="{21DDB69B-F55B-9FDD-6C51-95D38C4E7588}"/>
              </a:ext>
            </a:extLst>
          </p:cNvPr>
          <p:cNvCxnSpPr>
            <a:cxnSpLocks/>
          </p:cNvCxnSpPr>
          <p:nvPr/>
        </p:nvCxnSpPr>
        <p:spPr>
          <a:xfrm>
            <a:off x="1512794" y="2301634"/>
            <a:ext cx="1368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xão Reta 14">
            <a:extLst>
              <a:ext uri="{FF2B5EF4-FFF2-40B4-BE49-F238E27FC236}">
                <a16:creationId xmlns:a16="http://schemas.microsoft.com/office/drawing/2014/main" id="{B4E24994-1F39-9A98-13FD-B53DD663D83F}"/>
              </a:ext>
            </a:extLst>
          </p:cNvPr>
          <p:cNvCxnSpPr>
            <a:cxnSpLocks/>
          </p:cNvCxnSpPr>
          <p:nvPr/>
        </p:nvCxnSpPr>
        <p:spPr>
          <a:xfrm>
            <a:off x="1443310" y="2588508"/>
            <a:ext cx="1368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15">
            <a:extLst>
              <a:ext uri="{FF2B5EF4-FFF2-40B4-BE49-F238E27FC236}">
                <a16:creationId xmlns:a16="http://schemas.microsoft.com/office/drawing/2014/main" id="{8292FFD2-AAAD-A714-E25C-74783229EDAD}"/>
              </a:ext>
            </a:extLst>
          </p:cNvPr>
          <p:cNvCxnSpPr>
            <a:cxnSpLocks/>
          </p:cNvCxnSpPr>
          <p:nvPr/>
        </p:nvCxnSpPr>
        <p:spPr>
          <a:xfrm>
            <a:off x="1369359" y="2870893"/>
            <a:ext cx="1368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17">
            <a:extLst>
              <a:ext uri="{FF2B5EF4-FFF2-40B4-BE49-F238E27FC236}">
                <a16:creationId xmlns:a16="http://schemas.microsoft.com/office/drawing/2014/main" id="{A962CF01-5B81-531C-EF11-D2F7B82622D2}"/>
              </a:ext>
            </a:extLst>
          </p:cNvPr>
          <p:cNvCxnSpPr>
            <a:cxnSpLocks/>
          </p:cNvCxnSpPr>
          <p:nvPr/>
        </p:nvCxnSpPr>
        <p:spPr>
          <a:xfrm flipH="1">
            <a:off x="1621841" y="2030819"/>
            <a:ext cx="275665" cy="1105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20">
            <a:extLst>
              <a:ext uri="{FF2B5EF4-FFF2-40B4-BE49-F238E27FC236}">
                <a16:creationId xmlns:a16="http://schemas.microsoft.com/office/drawing/2014/main" id="{EBDA938E-6D2C-458B-A250-24E94276D404}"/>
              </a:ext>
            </a:extLst>
          </p:cNvPr>
          <p:cNvCxnSpPr>
            <a:cxnSpLocks/>
          </p:cNvCxnSpPr>
          <p:nvPr/>
        </p:nvCxnSpPr>
        <p:spPr>
          <a:xfrm flipH="1">
            <a:off x="1968670" y="2019249"/>
            <a:ext cx="275665" cy="1105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8C61321F-223F-D071-813D-7ECFEE09ED54}"/>
              </a:ext>
            </a:extLst>
          </p:cNvPr>
          <p:cNvCxnSpPr>
            <a:cxnSpLocks/>
          </p:cNvCxnSpPr>
          <p:nvPr/>
        </p:nvCxnSpPr>
        <p:spPr>
          <a:xfrm flipH="1">
            <a:off x="2356131" y="2019249"/>
            <a:ext cx="275665" cy="1105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71573FB-CAB8-FE97-7FA6-0FD1AD204B7A}"/>
              </a:ext>
            </a:extLst>
          </p:cNvPr>
          <p:cNvSpPr/>
          <p:nvPr/>
        </p:nvSpPr>
        <p:spPr>
          <a:xfrm>
            <a:off x="2089965" y="2687741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27293F0-2662-157D-2DE3-908162A7E30E}"/>
              </a:ext>
            </a:extLst>
          </p:cNvPr>
          <p:cNvSpPr/>
          <p:nvPr/>
        </p:nvSpPr>
        <p:spPr>
          <a:xfrm>
            <a:off x="6025119" y="4450976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C56B1B3B-CE8D-3FDD-B18D-235E84C1EB05}"/>
              </a:ext>
            </a:extLst>
          </p:cNvPr>
          <p:cNvCxnSpPr>
            <a:cxnSpLocks/>
            <a:stCxn id="8" idx="3"/>
            <a:endCxn id="32" idx="2"/>
          </p:cNvCxnSpPr>
          <p:nvPr/>
        </p:nvCxnSpPr>
        <p:spPr>
          <a:xfrm>
            <a:off x="966700" y="2217063"/>
            <a:ext cx="5058419" cy="227425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EEE603E9-7F4B-0230-15E3-1391581BC538}"/>
              </a:ext>
            </a:extLst>
          </p:cNvPr>
          <p:cNvSpPr/>
          <p:nvPr/>
        </p:nvSpPr>
        <p:spPr>
          <a:xfrm rot="16200000">
            <a:off x="5830868" y="2870893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08585308-D7A1-A88E-BF1A-882D706A1CDD}"/>
              </a:ext>
            </a:extLst>
          </p:cNvPr>
          <p:cNvCxnSpPr>
            <a:cxnSpLocks/>
            <a:stCxn id="32" idx="2"/>
            <a:endCxn id="33" idx="4"/>
          </p:cNvCxnSpPr>
          <p:nvPr/>
        </p:nvCxnSpPr>
        <p:spPr>
          <a:xfrm flipH="1" flipV="1">
            <a:off x="5942091" y="2911235"/>
            <a:ext cx="83028" cy="158008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xão Reta Unidirecional 42">
            <a:extLst>
              <a:ext uri="{FF2B5EF4-FFF2-40B4-BE49-F238E27FC236}">
                <a16:creationId xmlns:a16="http://schemas.microsoft.com/office/drawing/2014/main" id="{E76D6C19-48D6-CE94-C0A2-3A06191A8646}"/>
              </a:ext>
            </a:extLst>
          </p:cNvPr>
          <p:cNvCxnSpPr>
            <a:cxnSpLocks/>
            <a:stCxn id="33" idx="4"/>
          </p:cNvCxnSpPr>
          <p:nvPr/>
        </p:nvCxnSpPr>
        <p:spPr>
          <a:xfrm flipV="1">
            <a:off x="5942091" y="2798233"/>
            <a:ext cx="1925198" cy="11300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4DC2B2C0-F669-3739-601F-AD5E5747C022}"/>
                  </a:ext>
                </a:extLst>
              </p:cNvPr>
              <p:cNvSpPr txBox="1"/>
              <p:nvPr/>
            </p:nvSpPr>
            <p:spPr>
              <a:xfrm>
                <a:off x="549617" y="4285859"/>
                <a:ext cx="2838106" cy="1037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𝐼</m:t>
                          </m:r>
                        </m:e>
                        <m:sub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𝑦</m:t>
                          </m:r>
                        </m:sub>
                      </m:sSub>
                      <m:r>
                        <a:rPr lang="pt-P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=</m:t>
                      </m:r>
                      <m:nary>
                        <m:naryPr>
                          <m:ctrlP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𝒫</m:t>
                              </m:r>
                            </m:e>
                            <m:sub>
                              <m: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  <m: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,</m:t>
                              </m:r>
                              <m: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pt-PT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𝑓</m:t>
                          </m:r>
                          <m:d>
                            <m:d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</m:d>
                          <m:r>
                            <m:rPr>
                              <m:brk m:alnAt="23"/>
                            </m:rPr>
                            <a:rPr lang="pt-PT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4DC2B2C0-F669-3739-601F-AD5E5747C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17" y="4285859"/>
                <a:ext cx="2838106" cy="1037976"/>
              </a:xfrm>
              <a:prstGeom prst="rect">
                <a:avLst/>
              </a:prstGeom>
              <a:blipFill>
                <a:blip r:embed="rId3"/>
                <a:stretch>
                  <a:fillRect l="-8929" t="-139759" b="-20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Oval 51">
            <a:extLst>
              <a:ext uri="{FF2B5EF4-FFF2-40B4-BE49-F238E27FC236}">
                <a16:creationId xmlns:a16="http://schemas.microsoft.com/office/drawing/2014/main" id="{36EBE3A2-2BD1-51CD-2935-70652E1E897B}"/>
              </a:ext>
            </a:extLst>
          </p:cNvPr>
          <p:cNvSpPr/>
          <p:nvPr/>
        </p:nvSpPr>
        <p:spPr>
          <a:xfrm>
            <a:off x="2264850" y="2690241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" name="Conexão Reta Unidirecional 52">
            <a:extLst>
              <a:ext uri="{FF2B5EF4-FFF2-40B4-BE49-F238E27FC236}">
                <a16:creationId xmlns:a16="http://schemas.microsoft.com/office/drawing/2014/main" id="{AA34755B-D809-8F4C-E9DF-C84A7BAEF3E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66700" y="2217063"/>
            <a:ext cx="4894707" cy="1867757"/>
          </a:xfrm>
          <a:prstGeom prst="straightConnector1">
            <a:avLst/>
          </a:prstGeom>
          <a:ln>
            <a:solidFill>
              <a:srgbClr val="FFF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xão Reta Unidirecional 55">
            <a:extLst>
              <a:ext uri="{FF2B5EF4-FFF2-40B4-BE49-F238E27FC236}">
                <a16:creationId xmlns:a16="http://schemas.microsoft.com/office/drawing/2014/main" id="{3F9897F0-68F3-3E76-037D-B7B81BDE03FF}"/>
              </a:ext>
            </a:extLst>
          </p:cNvPr>
          <p:cNvCxnSpPr>
            <a:cxnSpLocks/>
          </p:cNvCxnSpPr>
          <p:nvPr/>
        </p:nvCxnSpPr>
        <p:spPr>
          <a:xfrm flipV="1">
            <a:off x="5861407" y="3534525"/>
            <a:ext cx="4507437" cy="535105"/>
          </a:xfrm>
          <a:prstGeom prst="straightConnector1">
            <a:avLst/>
          </a:prstGeom>
          <a:ln>
            <a:solidFill>
              <a:srgbClr val="FFF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xão Reta Unidirecional 59">
            <a:extLst>
              <a:ext uri="{FF2B5EF4-FFF2-40B4-BE49-F238E27FC236}">
                <a16:creationId xmlns:a16="http://schemas.microsoft.com/office/drawing/2014/main" id="{81C7A48C-A62E-FDD6-9920-8E90E3CD1A83}"/>
              </a:ext>
            </a:extLst>
          </p:cNvPr>
          <p:cNvCxnSpPr>
            <a:cxnSpLocks/>
          </p:cNvCxnSpPr>
          <p:nvPr/>
        </p:nvCxnSpPr>
        <p:spPr>
          <a:xfrm flipH="1" flipV="1">
            <a:off x="4924635" y="2088290"/>
            <a:ext cx="5444209" cy="1446014"/>
          </a:xfrm>
          <a:prstGeom prst="straightConnector1">
            <a:avLst/>
          </a:prstGeom>
          <a:ln>
            <a:solidFill>
              <a:srgbClr val="FFF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xão Reta Unidirecional 62">
            <a:extLst>
              <a:ext uri="{FF2B5EF4-FFF2-40B4-BE49-F238E27FC236}">
                <a16:creationId xmlns:a16="http://schemas.microsoft.com/office/drawing/2014/main" id="{954797FE-820D-B77C-CC5E-847A494D0C66}"/>
              </a:ext>
            </a:extLst>
          </p:cNvPr>
          <p:cNvCxnSpPr>
            <a:cxnSpLocks/>
          </p:cNvCxnSpPr>
          <p:nvPr/>
        </p:nvCxnSpPr>
        <p:spPr>
          <a:xfrm>
            <a:off x="4963540" y="2100807"/>
            <a:ext cx="2944091" cy="568404"/>
          </a:xfrm>
          <a:prstGeom prst="straightConnector1">
            <a:avLst/>
          </a:prstGeom>
          <a:ln>
            <a:solidFill>
              <a:srgbClr val="FFF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4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  <p:bldP spid="33" grpId="0" animBg="1"/>
      <p:bldP spid="51" grpId="0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2449-DA08-CC0F-5152-FF47ED86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aralelogramo 45">
            <a:extLst>
              <a:ext uri="{FF2B5EF4-FFF2-40B4-BE49-F238E27FC236}">
                <a16:creationId xmlns:a16="http://schemas.microsoft.com/office/drawing/2014/main" id="{F9CAA06D-3441-93EB-32E1-356E3D3B0F1A}"/>
              </a:ext>
            </a:extLst>
          </p:cNvPr>
          <p:cNvSpPr/>
          <p:nvPr/>
        </p:nvSpPr>
        <p:spPr>
          <a:xfrm>
            <a:off x="2146438" y="2339273"/>
            <a:ext cx="452496" cy="30635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99FFFA-87B8-A603-AAED-399562D6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Monte </a:t>
            </a:r>
            <a:br>
              <a:rPr lang="en-GB" dirty="0"/>
            </a:br>
            <a:r>
              <a:rPr lang="en-GB" dirty="0"/>
              <a:t>Carlo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7B324A-C3FB-2F2A-93C4-83C5B70F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CA371A-2161-0FE8-CACE-D00A3D30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5</a:t>
            </a:fld>
            <a:endParaRPr lang="en-GB" sz="1400" dirty="0"/>
          </a:p>
        </p:txBody>
      </p:sp>
      <p:pic>
        <p:nvPicPr>
          <p:cNvPr id="7" name="Imagem 6" descr="Uma imagem com mobília, interior, mesa de centro, mesa&#10;&#10;Os conteúdos gerados por IA podem estar incorretos.">
            <a:extLst>
              <a:ext uri="{FF2B5EF4-FFF2-40B4-BE49-F238E27FC236}">
                <a16:creationId xmlns:a16="http://schemas.microsoft.com/office/drawing/2014/main" id="{576EEC96-B680-F9B8-D081-8655B938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382" y="693856"/>
            <a:ext cx="6831438" cy="390354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439D7D6-D40F-11D0-482D-56F727BF2A12}"/>
              </a:ext>
            </a:extLst>
          </p:cNvPr>
          <p:cNvSpPr txBox="1"/>
          <p:nvPr/>
        </p:nvSpPr>
        <p:spPr>
          <a:xfrm rot="1358285">
            <a:off x="323373" y="1703570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4F8549DC-2D01-9814-FC7C-CB9CEF2235D4}"/>
              </a:ext>
            </a:extLst>
          </p:cNvPr>
          <p:cNvGrpSpPr/>
          <p:nvPr/>
        </p:nvGrpSpPr>
        <p:grpSpPr>
          <a:xfrm>
            <a:off x="1404927" y="1786380"/>
            <a:ext cx="1658679" cy="1117356"/>
            <a:chOff x="1300983" y="2019249"/>
            <a:chExt cx="1658679" cy="1117356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0A6C0519-CB6F-12F9-6AA8-9768D0DA9D41}"/>
                </a:ext>
              </a:extLst>
            </p:cNvPr>
            <p:cNvSpPr/>
            <p:nvPr/>
          </p:nvSpPr>
          <p:spPr>
            <a:xfrm>
              <a:off x="1300983" y="2030819"/>
              <a:ext cx="1658679" cy="1105786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Conexão Reta 10">
              <a:extLst>
                <a:ext uri="{FF2B5EF4-FFF2-40B4-BE49-F238E27FC236}">
                  <a16:creationId xmlns:a16="http://schemas.microsoft.com/office/drawing/2014/main" id="{4C7DDDEF-D537-F913-EC85-E63FCB90242F}"/>
                </a:ext>
              </a:extLst>
            </p:cNvPr>
            <p:cNvCxnSpPr>
              <a:cxnSpLocks/>
            </p:cNvCxnSpPr>
            <p:nvPr/>
          </p:nvCxnSpPr>
          <p:spPr>
            <a:xfrm>
              <a:off x="1512794" y="2301634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xão Reta 14">
              <a:extLst>
                <a:ext uri="{FF2B5EF4-FFF2-40B4-BE49-F238E27FC236}">
                  <a16:creationId xmlns:a16="http://schemas.microsoft.com/office/drawing/2014/main" id="{C204288A-3237-72FF-B684-C3496B42389D}"/>
                </a:ext>
              </a:extLst>
            </p:cNvPr>
            <p:cNvCxnSpPr>
              <a:cxnSpLocks/>
            </p:cNvCxnSpPr>
            <p:nvPr/>
          </p:nvCxnSpPr>
          <p:spPr>
            <a:xfrm>
              <a:off x="1443310" y="2588508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xão Reta 15">
              <a:extLst>
                <a:ext uri="{FF2B5EF4-FFF2-40B4-BE49-F238E27FC236}">
                  <a16:creationId xmlns:a16="http://schemas.microsoft.com/office/drawing/2014/main" id="{CA88B0CC-E263-991B-CF18-8DF026B54664}"/>
                </a:ext>
              </a:extLst>
            </p:cNvPr>
            <p:cNvCxnSpPr>
              <a:cxnSpLocks/>
            </p:cNvCxnSpPr>
            <p:nvPr/>
          </p:nvCxnSpPr>
          <p:spPr>
            <a:xfrm>
              <a:off x="1369359" y="2870893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xão Reta 17">
              <a:extLst>
                <a:ext uri="{FF2B5EF4-FFF2-40B4-BE49-F238E27FC236}">
                  <a16:creationId xmlns:a16="http://schemas.microsoft.com/office/drawing/2014/main" id="{E579F5F9-28C1-AB31-68E7-9456BE1269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1841" y="203081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xão Reta 20">
              <a:extLst>
                <a:ext uri="{FF2B5EF4-FFF2-40B4-BE49-F238E27FC236}">
                  <a16:creationId xmlns:a16="http://schemas.microsoft.com/office/drawing/2014/main" id="{D85DBC89-9B73-F7F2-01E8-DC6EDE6B3A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8670" y="201924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xão Reta 21">
              <a:extLst>
                <a:ext uri="{FF2B5EF4-FFF2-40B4-BE49-F238E27FC236}">
                  <a16:creationId xmlns:a16="http://schemas.microsoft.com/office/drawing/2014/main" id="{34EA865A-483D-1791-E060-94C6A9B18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6131" y="201924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19BBA8D9-E0DF-303F-C9CB-0CEA829C8E44}"/>
              </a:ext>
            </a:extLst>
          </p:cNvPr>
          <p:cNvSpPr/>
          <p:nvPr/>
        </p:nvSpPr>
        <p:spPr>
          <a:xfrm>
            <a:off x="2284766" y="2474829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ECE8CEE-CB37-FC1F-F1CC-2AAF5C3BC5F0}"/>
              </a:ext>
            </a:extLst>
          </p:cNvPr>
          <p:cNvSpPr/>
          <p:nvPr/>
        </p:nvSpPr>
        <p:spPr>
          <a:xfrm>
            <a:off x="5587194" y="3174390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1D08B53C-10A6-1A86-9997-F70F7DD440B5}"/>
              </a:ext>
            </a:extLst>
          </p:cNvPr>
          <p:cNvCxnSpPr>
            <a:cxnSpLocks/>
            <a:stCxn id="8" idx="3"/>
            <a:endCxn id="32" idx="2"/>
          </p:cNvCxnSpPr>
          <p:nvPr/>
        </p:nvCxnSpPr>
        <p:spPr>
          <a:xfrm>
            <a:off x="966700" y="2217063"/>
            <a:ext cx="4620494" cy="99766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5BE5139-3616-C96D-2F5D-880758C61547}"/>
              </a:ext>
            </a:extLst>
          </p:cNvPr>
          <p:cNvSpPr/>
          <p:nvPr/>
        </p:nvSpPr>
        <p:spPr>
          <a:xfrm rot="16200000">
            <a:off x="5223900" y="2375598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0A5C6A42-14EE-AA13-73FD-3A90E02C568B}"/>
              </a:ext>
            </a:extLst>
          </p:cNvPr>
          <p:cNvCxnSpPr>
            <a:cxnSpLocks/>
            <a:stCxn id="32" idx="2"/>
            <a:endCxn id="33" idx="4"/>
          </p:cNvCxnSpPr>
          <p:nvPr/>
        </p:nvCxnSpPr>
        <p:spPr>
          <a:xfrm flipH="1" flipV="1">
            <a:off x="5335123" y="2415940"/>
            <a:ext cx="252071" cy="79879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xão Reta Unidirecional 42">
            <a:extLst>
              <a:ext uri="{FF2B5EF4-FFF2-40B4-BE49-F238E27FC236}">
                <a16:creationId xmlns:a16="http://schemas.microsoft.com/office/drawing/2014/main" id="{91AC34A9-2236-39CD-ED5E-C95434191CBE}"/>
              </a:ext>
            </a:extLst>
          </p:cNvPr>
          <p:cNvCxnSpPr>
            <a:cxnSpLocks/>
            <a:stCxn id="33" idx="4"/>
            <a:endCxn id="3" idx="0"/>
          </p:cNvCxnSpPr>
          <p:nvPr/>
        </p:nvCxnSpPr>
        <p:spPr>
          <a:xfrm flipV="1">
            <a:off x="5335123" y="1756106"/>
            <a:ext cx="2139343" cy="65983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7961F902-DFF5-B27E-1C1E-875C6371CAEF}"/>
                  </a:ext>
                </a:extLst>
              </p:cNvPr>
              <p:cNvSpPr txBox="1"/>
              <p:nvPr/>
            </p:nvSpPr>
            <p:spPr>
              <a:xfrm>
                <a:off x="319295" y="3366892"/>
                <a:ext cx="2838106" cy="113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𝐼</m:t>
                          </m:r>
                        </m:e>
                        <m:sub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𝑦</m:t>
                          </m:r>
                        </m:sub>
                      </m:sSub>
                      <m:r>
                        <a:rPr lang="pt-PT" sz="2400" i="1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fPr>
                            <m:num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PT" sz="2400" b="0" i="1" smtClean="0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i="1"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CaixaDeTexto 50">
                <a:extLst>
                  <a:ext uri="{FF2B5EF4-FFF2-40B4-BE49-F238E27FC236}">
                    <a16:creationId xmlns:a16="http://schemas.microsoft.com/office/drawing/2014/main" id="{7961F902-DFF5-B27E-1C1E-875C6371C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95" y="3366892"/>
                <a:ext cx="2838106" cy="1131143"/>
              </a:xfrm>
              <a:prstGeom prst="rect">
                <a:avLst/>
              </a:prstGeom>
              <a:blipFill>
                <a:blip r:embed="rId4"/>
                <a:stretch>
                  <a:fillRect t="-100000" b="-1549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9C93C088-B14C-9AB7-0055-D216611275FB}"/>
                  </a:ext>
                </a:extLst>
              </p:cNvPr>
              <p:cNvSpPr txBox="1"/>
              <p:nvPr/>
            </p:nvSpPr>
            <p:spPr>
              <a:xfrm>
                <a:off x="322370" y="4545616"/>
                <a:ext cx="241337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pt-PT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</m:sub>
                      </m:sSub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=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3</m:t>
                              </m:r>
                            </m:sub>
                          </m:s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9C93C088-B14C-9AB7-0055-D21661127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70" y="4545616"/>
                <a:ext cx="2413370" cy="40011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5B4E304E-73CB-F4A8-5013-46337B5649CD}"/>
                  </a:ext>
                </a:extLst>
              </p:cNvPr>
              <p:cNvSpPr txBox="1"/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5B4E304E-73CB-F4A8-5013-46337B564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EF61651-5D67-5F0A-DEC0-B86EC8AA2D2B}"/>
                  </a:ext>
                </a:extLst>
              </p:cNvPr>
              <p:cNvSpPr txBox="1"/>
              <p:nvPr/>
            </p:nvSpPr>
            <p:spPr>
              <a:xfrm>
                <a:off x="5005080" y="1881816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EF61651-5D67-5F0A-DEC0-B86EC8AA2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080" y="1881816"/>
                <a:ext cx="49736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E0050BEC-61D1-BD17-BFD8-2FFC71BC4F6F}"/>
                  </a:ext>
                </a:extLst>
              </p:cNvPr>
              <p:cNvSpPr txBox="1"/>
              <p:nvPr/>
            </p:nvSpPr>
            <p:spPr>
              <a:xfrm>
                <a:off x="7515876" y="1529546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E0050BEC-61D1-BD17-BFD8-2FFC71BC4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876" y="1529546"/>
                <a:ext cx="49736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633C6667-D560-8AED-B5BE-13C270AE12F7}"/>
                  </a:ext>
                </a:extLst>
              </p:cNvPr>
              <p:cNvSpPr txBox="1"/>
              <p:nvPr/>
            </p:nvSpPr>
            <p:spPr>
              <a:xfrm>
                <a:off x="319295" y="5163246"/>
                <a:ext cx="3643105" cy="761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(</m:t>
                      </m:r>
                      <m:sSub>
                        <m:sSubPr>
                          <m:ctrlPr>
                            <a:rPr lang="pt-PT" sz="200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pt-PT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</m:sub>
                      </m:sSub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)=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𝑙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𝐿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(=3)</m:t>
                          </m:r>
                        </m:sub>
                        <m:sup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sup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𝑝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(</m:t>
                          </m:r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𝑙</m:t>
                              </m:r>
                            </m:sub>
                          </m:sSub>
                          <m:r>
                            <a:rPr lang="pt-P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𝑙</m:t>
                              </m:r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−1</m:t>
                              </m:r>
                            </m:sub>
                          </m:s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633C6667-D560-8AED-B5BE-13C270AE1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95" y="5163246"/>
                <a:ext cx="3643105" cy="761170"/>
              </a:xfrm>
              <a:prstGeom prst="rect">
                <a:avLst/>
              </a:prstGeom>
              <a:blipFill>
                <a:blip r:embed="rId9"/>
                <a:stretch>
                  <a:fillRect t="-137705" b="-20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954C8EFE-D068-80BA-3BD9-0CFCD5CE7B73}"/>
                  </a:ext>
                </a:extLst>
              </p:cNvPr>
              <p:cNvSpPr txBox="1"/>
              <p:nvPr/>
            </p:nvSpPr>
            <p:spPr>
              <a:xfrm>
                <a:off x="3962400" y="4773110"/>
                <a:ext cx="2534487" cy="4242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3</m:t>
                              </m:r>
                            </m:sub>
                          </m:sSub>
                          <m:r>
                            <a:rPr lang="pt-P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f>
                        <m:fPr>
                          <m:type m:val="lin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,</m:t>
                              </m:r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954C8EFE-D068-80BA-3BD9-0CFCD5CE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773110"/>
                <a:ext cx="2534487" cy="424283"/>
              </a:xfrm>
              <a:prstGeom prst="rect">
                <a:avLst/>
              </a:prstGeom>
              <a:blipFill>
                <a:blip r:embed="rId10"/>
                <a:stretch>
                  <a:fillRect t="-105714" b="-15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1905EC64-CE5A-1D07-ABEA-99EF24B1A003}"/>
                  </a:ext>
                </a:extLst>
              </p:cNvPr>
              <p:cNvSpPr txBox="1"/>
              <p:nvPr/>
            </p:nvSpPr>
            <p:spPr>
              <a:xfrm>
                <a:off x="3962400" y="5305291"/>
                <a:ext cx="292778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𝐵𝑅𝐷𝐹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(</m:t>
                      </m:r>
                      <m:sSub>
                        <m:sSubPr>
                          <m:ctrlPr>
                            <a:rPr lang="pt-PT" sz="20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1905EC64-CE5A-1D07-ABEA-99EF24B1A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5305291"/>
                <a:ext cx="2927785" cy="400110"/>
              </a:xfrm>
              <a:prstGeom prst="rect">
                <a:avLst/>
              </a:prstGeom>
              <a:blipFill>
                <a:blip r:embed="rId11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D560D443-72C8-E936-7E9B-1914A9392ACE}"/>
                  </a:ext>
                </a:extLst>
              </p:cNvPr>
              <p:cNvSpPr txBox="1"/>
              <p:nvPr/>
            </p:nvSpPr>
            <p:spPr>
              <a:xfrm>
                <a:off x="3962401" y="5813299"/>
                <a:ext cx="191361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!</m:t>
                              </m:r>
                            </m:sub>
                          </m:sSub>
                          <m:r>
                            <a:rPr lang="pt-PT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𝟏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D560D443-72C8-E936-7E9B-1914A9392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1" y="5813299"/>
                <a:ext cx="1913614" cy="400110"/>
              </a:xfrm>
              <a:prstGeom prst="rect">
                <a:avLst/>
              </a:prstGeom>
              <a:blipFill>
                <a:blip r:embed="rId12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1651783-CA6A-532F-03C1-8F4C1CEDFD33}"/>
                  </a:ext>
                </a:extLst>
              </p:cNvPr>
              <p:cNvSpPr txBox="1"/>
              <p:nvPr/>
            </p:nvSpPr>
            <p:spPr>
              <a:xfrm>
                <a:off x="6890185" y="4981849"/>
                <a:ext cx="4699767" cy="113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𝐼</m:t>
                          </m:r>
                        </m:e>
                        <m:sub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𝑦</m:t>
                          </m:r>
                        </m:sub>
                      </m:sSub>
                      <m:r>
                        <a:rPr lang="pt-PT" sz="2400" i="1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fPr>
                            <m:num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∗</m:t>
                              </m:r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i="1"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∏"/>
                                  <m:ctrlPr>
                                    <a:rPr lang="pt-PT" sz="2400" i="1" smtClean="0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pt-PT" sz="2400" b="0" i="1" smtClean="0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𝑙</m:t>
                                  </m:r>
                                  <m:r>
                                    <a:rPr lang="pt-PT" sz="2400" b="0" i="1" smtClean="0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pt-PT" sz="240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𝑝</m:t>
                                  </m:r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,</m:t>
                                      </m:r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,</m:t>
                                      </m:r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𝑙</m:t>
                                      </m:r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)</m:t>
                                  </m:r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51651783-CA6A-532F-03C1-8F4C1CEDF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185" y="4981849"/>
                <a:ext cx="4699767" cy="1131143"/>
              </a:xfrm>
              <a:prstGeom prst="rect">
                <a:avLst/>
              </a:prstGeom>
              <a:blipFill>
                <a:blip r:embed="rId13"/>
                <a:stretch>
                  <a:fillRect t="-102222" b="-15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F05D77A9-F75F-E9B8-4DB9-0CCE364F3CA3}"/>
              </a:ext>
            </a:extLst>
          </p:cNvPr>
          <p:cNvGrpSpPr/>
          <p:nvPr/>
        </p:nvGrpSpPr>
        <p:grpSpPr>
          <a:xfrm>
            <a:off x="5277636" y="2949343"/>
            <a:ext cx="760877" cy="516040"/>
            <a:chOff x="5277636" y="2949343"/>
            <a:chExt cx="760877" cy="51604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1F1BE8A-4A66-5493-0697-9729873A54F4}"/>
                </a:ext>
              </a:extLst>
            </p:cNvPr>
            <p:cNvSpPr/>
            <p:nvPr/>
          </p:nvSpPr>
          <p:spPr>
            <a:xfrm>
              <a:off x="5277636" y="3168848"/>
              <a:ext cx="760877" cy="99275"/>
            </a:xfrm>
            <a:prstGeom prst="ellipse">
              <a:avLst/>
            </a:prstGeom>
            <a:noFill/>
            <a:ln w="28575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highlight>
                  <a:srgbClr val="FF7200"/>
                </a:highlight>
              </a:endParaRPr>
            </a:p>
          </p:txBody>
        </p:sp>
        <p:sp>
          <p:nvSpPr>
            <p:cNvPr id="48" name="Duplo Semicírculo 47">
              <a:extLst>
                <a:ext uri="{FF2B5EF4-FFF2-40B4-BE49-F238E27FC236}">
                  <a16:creationId xmlns:a16="http://schemas.microsoft.com/office/drawing/2014/main" id="{D2A6C012-9FD5-3B08-8388-2ECA0EC3EE8A}"/>
                </a:ext>
              </a:extLst>
            </p:cNvPr>
            <p:cNvSpPr/>
            <p:nvPr/>
          </p:nvSpPr>
          <p:spPr>
            <a:xfrm>
              <a:off x="5295860" y="2949343"/>
              <a:ext cx="736316" cy="516040"/>
            </a:xfrm>
            <a:prstGeom prst="blockArc">
              <a:avLst>
                <a:gd name="adj1" fmla="val 10800000"/>
                <a:gd name="adj2" fmla="val 154308"/>
                <a:gd name="adj3" fmla="val 0"/>
              </a:avLst>
            </a:prstGeom>
            <a:ln w="28575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highlight>
                  <a:srgbClr val="FF7200"/>
                </a:highligh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5771B9C-2DB2-3A7D-5F49-CF6A3B7B7391}"/>
                  </a:ext>
                </a:extLst>
              </p:cNvPr>
              <p:cNvSpPr txBox="1"/>
              <p:nvPr/>
            </p:nvSpPr>
            <p:spPr>
              <a:xfrm>
                <a:off x="5685066" y="3014676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B5771B9C-2DB2-3A7D-5F49-CF6A3B7B7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066" y="3014676"/>
                <a:ext cx="497365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CB4D7EB1-FEB9-9987-6B5F-97ADD9C186FD}"/>
              </a:ext>
            </a:extLst>
          </p:cNvPr>
          <p:cNvSpPr/>
          <p:nvPr/>
        </p:nvSpPr>
        <p:spPr>
          <a:xfrm rot="16200000">
            <a:off x="7443926" y="1715764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13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29" grpId="0" animBg="1"/>
      <p:bldP spid="29" grpId="1" animBg="1"/>
      <p:bldP spid="32" grpId="0" animBg="1"/>
      <p:bldP spid="32" grpId="1" animBg="1"/>
      <p:bldP spid="33" grpId="0" animBg="1"/>
      <p:bldP spid="33" grpId="1" animBg="1"/>
      <p:bldP spid="28" grpId="0"/>
      <p:bldP spid="35" grpId="0"/>
      <p:bldP spid="37" grpId="0"/>
      <p:bldP spid="38" grpId="0"/>
      <p:bldP spid="39" grpId="0"/>
      <p:bldP spid="41" grpId="0"/>
      <p:bldP spid="42" grpId="0"/>
      <p:bldP spid="44" grpId="0"/>
      <p:bldP spid="4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E811A-9AA3-358E-2272-F3886E89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Simulation of Quantum Circuits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FD3B8D8-425F-8D7F-E779-BF69B507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2903C24-E114-4D1A-44B1-B3E58B9A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6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80D07CE-C878-C489-E0A0-441DA9090BA4}"/>
                  </a:ext>
                </a:extLst>
              </p:cNvPr>
              <p:cNvSpPr txBox="1"/>
              <p:nvPr/>
            </p:nvSpPr>
            <p:spPr>
              <a:xfrm>
                <a:off x="4753065" y="1886903"/>
                <a:ext cx="1816075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  <m:r>
                        <a:rPr lang="pt-P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PT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  <m:r>
                        <a:rPr lang="pt-PT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180D07CE-C878-C489-E0A0-441DA9090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065" y="1886903"/>
                <a:ext cx="1816075" cy="442429"/>
              </a:xfrm>
              <a:prstGeom prst="rect">
                <a:avLst/>
              </a:prstGeom>
              <a:blipFill>
                <a:blip r:embed="rId2"/>
                <a:stretch>
                  <a:fillRect l="-32639" t="-163889" r="-26389" b="-24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!!Circuito">
                <a:extLst>
                  <a:ext uri="{FF2B5EF4-FFF2-40B4-BE49-F238E27FC236}">
                    <a16:creationId xmlns:a16="http://schemas.microsoft.com/office/drawing/2014/main" id="{CFF2A8F0-2277-CDF5-DDDC-C3EE9877AE08}"/>
                  </a:ext>
                </a:extLst>
              </p:cNvPr>
              <p:cNvSpPr/>
              <p:nvPr/>
            </p:nvSpPr>
            <p:spPr>
              <a:xfrm>
                <a:off x="1728439" y="2330605"/>
                <a:ext cx="1115122" cy="219679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!!Circuito">
                <a:extLst>
                  <a:ext uri="{FF2B5EF4-FFF2-40B4-BE49-F238E27FC236}">
                    <a16:creationId xmlns:a16="http://schemas.microsoft.com/office/drawing/2014/main" id="{CFF2A8F0-2277-CDF5-DDDC-C3EE9877AE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439" y="2330605"/>
                <a:ext cx="1115122" cy="21967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1E6E4022-5840-DB78-99A3-6C0E4E05E367}"/>
              </a:ext>
            </a:extLst>
          </p:cNvPr>
          <p:cNvGrpSpPr/>
          <p:nvPr/>
        </p:nvGrpSpPr>
        <p:grpSpPr>
          <a:xfrm>
            <a:off x="2843561" y="2674425"/>
            <a:ext cx="278780" cy="1471961"/>
            <a:chOff x="2118732" y="2261831"/>
            <a:chExt cx="278780" cy="1471961"/>
          </a:xfrm>
        </p:grpSpPr>
        <p:cxnSp>
          <p:nvCxnSpPr>
            <p:cNvPr id="30" name="Conexão Reta 29">
              <a:extLst>
                <a:ext uri="{FF2B5EF4-FFF2-40B4-BE49-F238E27FC236}">
                  <a16:creationId xmlns:a16="http://schemas.microsoft.com/office/drawing/2014/main" id="{F8DC40F8-F051-7028-F842-FADA304CC047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278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xão Reta 30">
              <a:extLst>
                <a:ext uri="{FF2B5EF4-FFF2-40B4-BE49-F238E27FC236}">
                  <a16:creationId xmlns:a16="http://schemas.microsoft.com/office/drawing/2014/main" id="{972E9C2A-44C3-1FF3-EA26-8274E71F37A1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997812"/>
              <a:ext cx="278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xão Reta 31">
              <a:extLst>
                <a:ext uri="{FF2B5EF4-FFF2-40B4-BE49-F238E27FC236}">
                  <a16:creationId xmlns:a16="http://schemas.microsoft.com/office/drawing/2014/main" id="{1C3306FC-F31A-5C96-CC84-3E09D25652A0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733792"/>
              <a:ext cx="278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A5558A36-F593-A4B0-AAFF-0FE7023F0F66}"/>
              </a:ext>
            </a:extLst>
          </p:cNvPr>
          <p:cNvGrpSpPr/>
          <p:nvPr/>
        </p:nvGrpSpPr>
        <p:grpSpPr>
          <a:xfrm>
            <a:off x="894887" y="2443592"/>
            <a:ext cx="833552" cy="1913233"/>
            <a:chOff x="894887" y="2443592"/>
            <a:chExt cx="833552" cy="1913233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3CE2C5C4-B024-36FB-2BEA-1CEC6599AB09}"/>
                </a:ext>
              </a:extLst>
            </p:cNvPr>
            <p:cNvGrpSpPr/>
            <p:nvPr/>
          </p:nvGrpSpPr>
          <p:grpSpPr>
            <a:xfrm>
              <a:off x="1449659" y="2674425"/>
              <a:ext cx="278780" cy="1471961"/>
              <a:chOff x="2118732" y="2261831"/>
              <a:chExt cx="278780" cy="1471961"/>
            </a:xfrm>
          </p:grpSpPr>
          <p:cxnSp>
            <p:nvCxnSpPr>
              <p:cNvPr id="22" name="Conexão Reta 21">
                <a:extLst>
                  <a:ext uri="{FF2B5EF4-FFF2-40B4-BE49-F238E27FC236}">
                    <a16:creationId xmlns:a16="http://schemas.microsoft.com/office/drawing/2014/main" id="{422ECC60-6E4B-90B9-9D37-F44CCB334A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2787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xão Reta 22">
                <a:extLst>
                  <a:ext uri="{FF2B5EF4-FFF2-40B4-BE49-F238E27FC236}">
                    <a16:creationId xmlns:a16="http://schemas.microsoft.com/office/drawing/2014/main" id="{69457775-8777-F13A-2EE2-BE295C7270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997812"/>
                <a:ext cx="2787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xão Reta 24">
                <a:extLst>
                  <a:ext uri="{FF2B5EF4-FFF2-40B4-BE49-F238E27FC236}">
                    <a16:creationId xmlns:a16="http://schemas.microsoft.com/office/drawing/2014/main" id="{95B3B4FC-9287-D846-63BA-F069A2B453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733792"/>
                <a:ext cx="2787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2474049C-D106-325F-0520-070B8ADC401B}"/>
                    </a:ext>
                  </a:extLst>
                </p:cNvPr>
                <p:cNvSpPr txBox="1"/>
                <p:nvPr/>
              </p:nvSpPr>
              <p:spPr>
                <a:xfrm>
                  <a:off x="894887" y="2443592"/>
                  <a:ext cx="4627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2474049C-D106-325F-0520-070B8ADC4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7" y="2443592"/>
                  <a:ext cx="4627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97368" t="-129730" r="-94737" b="-1918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F60B89A9-EF38-316D-99A2-2C3B1349A742}"/>
                    </a:ext>
                  </a:extLst>
                </p:cNvPr>
                <p:cNvSpPr txBox="1"/>
                <p:nvPr/>
              </p:nvSpPr>
              <p:spPr>
                <a:xfrm>
                  <a:off x="894887" y="3179573"/>
                  <a:ext cx="4627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F60B89A9-EF38-316D-99A2-2C3B1349A7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7" y="3179573"/>
                  <a:ext cx="4627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97368" t="-129730" r="-94737" b="-1918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aixaDeTexto 35">
                  <a:extLst>
                    <a:ext uri="{FF2B5EF4-FFF2-40B4-BE49-F238E27FC236}">
                      <a16:creationId xmlns:a16="http://schemas.microsoft.com/office/drawing/2014/main" id="{A9FD173B-79F1-FC75-7113-E871B41CE4FB}"/>
                    </a:ext>
                  </a:extLst>
                </p:cNvPr>
                <p:cNvSpPr txBox="1"/>
                <p:nvPr/>
              </p:nvSpPr>
              <p:spPr>
                <a:xfrm>
                  <a:off x="899069" y="3895160"/>
                  <a:ext cx="4627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6" name="CaixaDeTexto 35">
                  <a:extLst>
                    <a:ext uri="{FF2B5EF4-FFF2-40B4-BE49-F238E27FC236}">
                      <a16:creationId xmlns:a16="http://schemas.microsoft.com/office/drawing/2014/main" id="{A9FD173B-79F1-FC75-7113-E871B41CE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69" y="3895160"/>
                  <a:ext cx="4627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97368" t="-123684" r="-94737" b="-1842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D32BB472-8A7A-3F8B-FA4F-881044D52935}"/>
              </a:ext>
            </a:extLst>
          </p:cNvPr>
          <p:cNvGrpSpPr/>
          <p:nvPr/>
        </p:nvGrpSpPr>
        <p:grpSpPr>
          <a:xfrm>
            <a:off x="3189247" y="2330605"/>
            <a:ext cx="967816" cy="2196790"/>
            <a:chOff x="3189247" y="2330605"/>
            <a:chExt cx="967816" cy="2196790"/>
          </a:xfrm>
        </p:grpSpPr>
        <p:sp>
          <p:nvSpPr>
            <p:cNvPr id="37" name="Chaveta à Direita 36">
              <a:extLst>
                <a:ext uri="{FF2B5EF4-FFF2-40B4-BE49-F238E27FC236}">
                  <a16:creationId xmlns:a16="http://schemas.microsoft.com/office/drawing/2014/main" id="{818F90C9-4203-8160-91EF-851437D16C90}"/>
                </a:ext>
              </a:extLst>
            </p:cNvPr>
            <p:cNvSpPr/>
            <p:nvPr/>
          </p:nvSpPr>
          <p:spPr>
            <a:xfrm>
              <a:off x="3189247" y="2330605"/>
              <a:ext cx="234176" cy="219679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C7E916F7-2E6C-EE75-8F53-75F808FF8444}"/>
                    </a:ext>
                  </a:extLst>
                </p:cNvPr>
                <p:cNvSpPr txBox="1"/>
                <p:nvPr/>
              </p:nvSpPr>
              <p:spPr>
                <a:xfrm>
                  <a:off x="3490329" y="3198167"/>
                  <a:ext cx="66673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C7E916F7-2E6C-EE75-8F53-75F808FF84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329" y="3198167"/>
                  <a:ext cx="666734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66038" t="-133333" r="-49057" b="-1972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9AA90EA4-E7E2-EDC4-94AE-02EA5CE7197D}"/>
              </a:ext>
            </a:extLst>
          </p:cNvPr>
          <p:cNvGrpSpPr/>
          <p:nvPr/>
        </p:nvGrpSpPr>
        <p:grpSpPr>
          <a:xfrm>
            <a:off x="248724" y="2329332"/>
            <a:ext cx="646163" cy="2196790"/>
            <a:chOff x="248724" y="2329332"/>
            <a:chExt cx="646163" cy="2196790"/>
          </a:xfrm>
        </p:grpSpPr>
        <p:sp>
          <p:nvSpPr>
            <p:cNvPr id="43" name="Chaveta à Direita 42">
              <a:extLst>
                <a:ext uri="{FF2B5EF4-FFF2-40B4-BE49-F238E27FC236}">
                  <a16:creationId xmlns:a16="http://schemas.microsoft.com/office/drawing/2014/main" id="{EA4235E0-251D-AE66-AB92-1435E8F186F9}"/>
                </a:ext>
              </a:extLst>
            </p:cNvPr>
            <p:cNvSpPr/>
            <p:nvPr/>
          </p:nvSpPr>
          <p:spPr>
            <a:xfrm rot="10800000">
              <a:off x="660711" y="2329332"/>
              <a:ext cx="234176" cy="219679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A25D84D4-DFE0-3064-6596-10698E51666E}"/>
                </a:ext>
              </a:extLst>
            </p:cNvPr>
            <p:cNvSpPr txBox="1"/>
            <p:nvPr/>
          </p:nvSpPr>
          <p:spPr>
            <a:xfrm rot="16200000">
              <a:off x="-124455" y="3210350"/>
              <a:ext cx="11464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i="1" dirty="0"/>
                <a:t>n </a:t>
              </a:r>
              <a:r>
                <a: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qubits</a:t>
              </a:r>
              <a:endParaRPr lang="en-GB" sz="2000" i="1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endParaRPr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150EF1C3-D173-582C-7902-E3917B184BFD}"/>
              </a:ext>
            </a:extLst>
          </p:cNvPr>
          <p:cNvGrpSpPr/>
          <p:nvPr/>
        </p:nvGrpSpPr>
        <p:grpSpPr>
          <a:xfrm>
            <a:off x="4753066" y="2905170"/>
            <a:ext cx="6755851" cy="2124253"/>
            <a:chOff x="4753066" y="2905170"/>
            <a:chExt cx="6755851" cy="21242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id="{21C45E9B-F563-E0CA-5187-FF6518B52BB5}"/>
                    </a:ext>
                  </a:extLst>
                </p:cNvPr>
                <p:cNvSpPr txBox="1"/>
                <p:nvPr/>
              </p:nvSpPr>
              <p:spPr>
                <a:xfrm>
                  <a:off x="5054147" y="2937776"/>
                  <a:ext cx="6454770" cy="15844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GB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0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0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GB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GB" sz="2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PT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0,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,0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 smtClean="0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0,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−2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0,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−2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 smtClean="0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pt-PT" sz="200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−2,0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−2,1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−1,0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−1,1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i="1">
                                            <a:latin typeface="Cambria Math" panose="02040503050406030204" pitchFamily="18" charset="0"/>
                                          </a:rPr>
                                          <m:t>…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−2,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−2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−2,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−1,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−2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−1,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𝑁</m:t>
                                                  </m:r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42" name="CaixaDeTexto 41">
                  <a:extLst>
                    <a:ext uri="{FF2B5EF4-FFF2-40B4-BE49-F238E27FC236}">
                      <a16:creationId xmlns:a16="http://schemas.microsoft.com/office/drawing/2014/main" id="{21C45E9B-F563-E0CA-5187-FF6518B52B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4147" y="2937776"/>
                  <a:ext cx="6454770" cy="15844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aixaDeTexto 44">
                  <a:extLst>
                    <a:ext uri="{FF2B5EF4-FFF2-40B4-BE49-F238E27FC236}">
                      <a16:creationId xmlns:a16="http://schemas.microsoft.com/office/drawing/2014/main" id="{83426FB9-E126-14E8-9F1E-CC4DD60FAB06}"/>
                    </a:ext>
                  </a:extLst>
                </p:cNvPr>
                <p:cNvSpPr txBox="1"/>
                <p:nvPr/>
              </p:nvSpPr>
              <p:spPr>
                <a:xfrm rot="16200000">
                  <a:off x="4133473" y="3524763"/>
                  <a:ext cx="163929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0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PT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PT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en-GB" sz="2000" i="1" dirty="0"/>
                    <a:t> </a:t>
                  </a:r>
                  <a:r>
                    <a:rPr lang="en-GB" sz="20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rows</a:t>
                  </a:r>
                  <a:endParaRPr lang="en-GB" sz="2000" i="1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endParaRPr>
                </a:p>
              </p:txBody>
            </p:sp>
          </mc:Choice>
          <mc:Fallback xmlns="">
            <p:sp>
              <p:nvSpPr>
                <p:cNvPr id="45" name="CaixaDeTexto 44">
                  <a:extLst>
                    <a:ext uri="{FF2B5EF4-FFF2-40B4-BE49-F238E27FC236}">
                      <a16:creationId xmlns:a16="http://schemas.microsoft.com/office/drawing/2014/main" id="{83426FB9-E126-14E8-9F1E-CC4DD60FA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133473" y="3524763"/>
                  <a:ext cx="1639295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9375" t="-2308" r="-2812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A86E2055-EE68-C595-844E-8C8644FDB375}"/>
                    </a:ext>
                  </a:extLst>
                </p:cNvPr>
                <p:cNvSpPr txBox="1"/>
                <p:nvPr/>
              </p:nvSpPr>
              <p:spPr>
                <a:xfrm>
                  <a:off x="7730750" y="4629313"/>
                  <a:ext cx="207210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PT" sz="20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PT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PT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en-GB" sz="2000" i="1" dirty="0"/>
                    <a:t> </a:t>
                  </a:r>
                  <a:r>
                    <a:rPr lang="en-GB" sz="20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columns</a:t>
                  </a:r>
                  <a:endParaRPr lang="en-GB" sz="2000" i="1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endParaRPr>
                </a:p>
              </p:txBody>
            </p:sp>
          </mc:Choice>
          <mc:Fallback xmlns="">
            <p:sp>
              <p:nvSpPr>
                <p:cNvPr id="46" name="CaixaDeTexto 45">
                  <a:extLst>
                    <a:ext uri="{FF2B5EF4-FFF2-40B4-BE49-F238E27FC236}">
                      <a16:creationId xmlns:a16="http://schemas.microsoft.com/office/drawing/2014/main" id="{A86E2055-EE68-C595-844E-8C8644FDB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750" y="4629313"/>
                  <a:ext cx="2072106" cy="400110"/>
                </a:xfrm>
                <a:prstGeom prst="rect">
                  <a:avLst/>
                </a:prstGeom>
                <a:blipFill>
                  <a:blip r:embed="rId9"/>
                  <a:stretch>
                    <a:fillRect t="-9375" r="-2439" b="-2812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8DC0E345-0EEE-7A61-1186-649215EA08B0}"/>
                  </a:ext>
                </a:extLst>
              </p:cNvPr>
              <p:cNvSpPr txBox="1"/>
              <p:nvPr/>
            </p:nvSpPr>
            <p:spPr>
              <a:xfrm>
                <a:off x="1908716" y="5644427"/>
                <a:ext cx="83745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Schrödinger picture: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time and space exponential complexity</a:t>
                </a:r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8DC0E345-0EEE-7A61-1186-649215EA0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716" y="5644427"/>
                <a:ext cx="8374567" cy="400110"/>
              </a:xfrm>
              <a:prstGeom prst="rect">
                <a:avLst/>
              </a:prstGeom>
              <a:blipFill>
                <a:blip r:embed="rId10"/>
                <a:stretch>
                  <a:fillRect l="-758" t="-9091" b="-242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48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D0CD-A5A6-97E2-05AC-0BA4E6C3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64341-0F1E-26D0-1611-0A4CEE08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Simulation of Quantum Circuits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D84A5E-FA2C-F33B-9FE2-1A0595AA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0700BBD-AB18-6869-D2F0-D38C4591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7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960F9A2-F5ED-DC0F-DCDE-51DAE7FA78E7}"/>
                  </a:ext>
                </a:extLst>
              </p:cNvPr>
              <p:cNvSpPr txBox="1"/>
              <p:nvPr/>
            </p:nvSpPr>
            <p:spPr>
              <a:xfrm>
                <a:off x="6488869" y="1886903"/>
                <a:ext cx="1816075" cy="4424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  <m:r>
                        <a:rPr lang="pt-PT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PT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  <m:r>
                        <a:rPr lang="pt-PT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960F9A2-F5ED-DC0F-DCDE-51DAE7FA7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869" y="1886903"/>
                <a:ext cx="1816075" cy="442429"/>
              </a:xfrm>
              <a:prstGeom prst="rect">
                <a:avLst/>
              </a:prstGeom>
              <a:blipFill>
                <a:blip r:embed="rId2"/>
                <a:stretch>
                  <a:fillRect l="-31944" t="-163889" r="-27083" b="-24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2D73ABBF-E6A9-FDEA-4CF1-645681C788B8}"/>
              </a:ext>
            </a:extLst>
          </p:cNvPr>
          <p:cNvGrpSpPr/>
          <p:nvPr/>
        </p:nvGrpSpPr>
        <p:grpSpPr>
          <a:xfrm>
            <a:off x="4315899" y="2674425"/>
            <a:ext cx="278780" cy="1471961"/>
            <a:chOff x="2118732" y="2261831"/>
            <a:chExt cx="278780" cy="1471961"/>
          </a:xfrm>
        </p:grpSpPr>
        <p:cxnSp>
          <p:nvCxnSpPr>
            <p:cNvPr id="30" name="Conexão Reta 29">
              <a:extLst>
                <a:ext uri="{FF2B5EF4-FFF2-40B4-BE49-F238E27FC236}">
                  <a16:creationId xmlns:a16="http://schemas.microsoft.com/office/drawing/2014/main" id="{1D722E1B-EFD2-B63F-212B-0DCA5109E41F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278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xão Reta 30">
              <a:extLst>
                <a:ext uri="{FF2B5EF4-FFF2-40B4-BE49-F238E27FC236}">
                  <a16:creationId xmlns:a16="http://schemas.microsoft.com/office/drawing/2014/main" id="{A06712B8-1033-F1D1-5B3E-899AB8C53656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997812"/>
              <a:ext cx="278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xão Reta 31">
              <a:extLst>
                <a:ext uri="{FF2B5EF4-FFF2-40B4-BE49-F238E27FC236}">
                  <a16:creationId xmlns:a16="http://schemas.microsoft.com/office/drawing/2014/main" id="{54445065-0827-71E9-5A66-729560D2FE0E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733792"/>
              <a:ext cx="2787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FC8CCD06-5626-7DA1-D232-6CEA36134EFF}"/>
              </a:ext>
            </a:extLst>
          </p:cNvPr>
          <p:cNvGrpSpPr/>
          <p:nvPr/>
        </p:nvGrpSpPr>
        <p:grpSpPr>
          <a:xfrm>
            <a:off x="894887" y="2443592"/>
            <a:ext cx="833552" cy="1913233"/>
            <a:chOff x="894887" y="2443592"/>
            <a:chExt cx="833552" cy="1913233"/>
          </a:xfrm>
        </p:grpSpPr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6C98B38D-FB86-96B6-383C-33BFE8A74EE3}"/>
                </a:ext>
              </a:extLst>
            </p:cNvPr>
            <p:cNvGrpSpPr/>
            <p:nvPr/>
          </p:nvGrpSpPr>
          <p:grpSpPr>
            <a:xfrm>
              <a:off x="1449659" y="2674425"/>
              <a:ext cx="278780" cy="1471961"/>
              <a:chOff x="2118732" y="2261831"/>
              <a:chExt cx="278780" cy="1471961"/>
            </a:xfrm>
          </p:grpSpPr>
          <p:cxnSp>
            <p:nvCxnSpPr>
              <p:cNvPr id="22" name="Conexão Reta 21">
                <a:extLst>
                  <a:ext uri="{FF2B5EF4-FFF2-40B4-BE49-F238E27FC236}">
                    <a16:creationId xmlns:a16="http://schemas.microsoft.com/office/drawing/2014/main" id="{5DD0610C-D570-E201-5EB3-B943294380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2787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xão Reta 22">
                <a:extLst>
                  <a:ext uri="{FF2B5EF4-FFF2-40B4-BE49-F238E27FC236}">
                    <a16:creationId xmlns:a16="http://schemas.microsoft.com/office/drawing/2014/main" id="{2399D156-70FA-5DB4-5370-5DFD2F6705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997812"/>
                <a:ext cx="2787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xão Reta 24">
                <a:extLst>
                  <a:ext uri="{FF2B5EF4-FFF2-40B4-BE49-F238E27FC236}">
                    <a16:creationId xmlns:a16="http://schemas.microsoft.com/office/drawing/2014/main" id="{E0E182C8-4A89-96DE-C331-410F8846E6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733792"/>
                <a:ext cx="27878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4F5FE4F1-FB28-B78C-3F9F-A6E815E59DC1}"/>
                    </a:ext>
                  </a:extLst>
                </p:cNvPr>
                <p:cNvSpPr txBox="1"/>
                <p:nvPr/>
              </p:nvSpPr>
              <p:spPr>
                <a:xfrm>
                  <a:off x="894887" y="2443592"/>
                  <a:ext cx="4627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4F5FE4F1-FB28-B78C-3F9F-A6E815E59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7" y="2443592"/>
                  <a:ext cx="4627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97368" t="-129730" r="-94737" b="-1918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DDCC24CE-105A-7EF3-67E8-8B26ED731AE1}"/>
                    </a:ext>
                  </a:extLst>
                </p:cNvPr>
                <p:cNvSpPr txBox="1"/>
                <p:nvPr/>
              </p:nvSpPr>
              <p:spPr>
                <a:xfrm>
                  <a:off x="894887" y="3179573"/>
                  <a:ext cx="4627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5" name="CaixaDeTexto 34">
                  <a:extLst>
                    <a:ext uri="{FF2B5EF4-FFF2-40B4-BE49-F238E27FC236}">
                      <a16:creationId xmlns:a16="http://schemas.microsoft.com/office/drawing/2014/main" id="{DDCC24CE-105A-7EF3-67E8-8B26ED731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7" y="3179573"/>
                  <a:ext cx="4627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97368" t="-129730" r="-94737" b="-1918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aixaDeTexto 35">
                  <a:extLst>
                    <a:ext uri="{FF2B5EF4-FFF2-40B4-BE49-F238E27FC236}">
                      <a16:creationId xmlns:a16="http://schemas.microsoft.com/office/drawing/2014/main" id="{7A3E0318-6BBF-D1E3-97F0-B1BC8F7A027F}"/>
                    </a:ext>
                  </a:extLst>
                </p:cNvPr>
                <p:cNvSpPr txBox="1"/>
                <p:nvPr/>
              </p:nvSpPr>
              <p:spPr>
                <a:xfrm>
                  <a:off x="899069" y="3895160"/>
                  <a:ext cx="4627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PT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6" name="CaixaDeTexto 35">
                  <a:extLst>
                    <a:ext uri="{FF2B5EF4-FFF2-40B4-BE49-F238E27FC236}">
                      <a16:creationId xmlns:a16="http://schemas.microsoft.com/office/drawing/2014/main" id="{7A3E0318-6BBF-D1E3-97F0-B1BC8F7A02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069" y="3895160"/>
                  <a:ext cx="4627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97368" t="-123684" r="-94737" b="-18421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14F21CA0-9CCB-AC63-478A-07C336F1EB1D}"/>
              </a:ext>
            </a:extLst>
          </p:cNvPr>
          <p:cNvGrpSpPr/>
          <p:nvPr/>
        </p:nvGrpSpPr>
        <p:grpSpPr>
          <a:xfrm>
            <a:off x="4847567" y="2330605"/>
            <a:ext cx="967816" cy="2196790"/>
            <a:chOff x="3189247" y="2330605"/>
            <a:chExt cx="967816" cy="2196790"/>
          </a:xfrm>
        </p:grpSpPr>
        <p:sp>
          <p:nvSpPr>
            <p:cNvPr id="37" name="Chaveta à Direita 36">
              <a:extLst>
                <a:ext uri="{FF2B5EF4-FFF2-40B4-BE49-F238E27FC236}">
                  <a16:creationId xmlns:a16="http://schemas.microsoft.com/office/drawing/2014/main" id="{D09F4B59-8948-2E49-6489-27353781997C}"/>
                </a:ext>
              </a:extLst>
            </p:cNvPr>
            <p:cNvSpPr/>
            <p:nvPr/>
          </p:nvSpPr>
          <p:spPr>
            <a:xfrm>
              <a:off x="3189247" y="2330605"/>
              <a:ext cx="234176" cy="219679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E7925492-506D-AF5F-A39B-38D6D3B474C2}"/>
                    </a:ext>
                  </a:extLst>
                </p:cNvPr>
                <p:cNvSpPr txBox="1"/>
                <p:nvPr/>
              </p:nvSpPr>
              <p:spPr>
                <a:xfrm>
                  <a:off x="3490329" y="3198167"/>
                  <a:ext cx="66673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⟩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9" name="CaixaDeTexto 38">
                  <a:extLst>
                    <a:ext uri="{FF2B5EF4-FFF2-40B4-BE49-F238E27FC236}">
                      <a16:creationId xmlns:a16="http://schemas.microsoft.com/office/drawing/2014/main" id="{E7925492-506D-AF5F-A39B-38D6D3B474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329" y="3198167"/>
                  <a:ext cx="666734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66038" t="-133333" r="-49057" b="-1972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7048D9AB-1C55-9416-2101-1B21CBC78144}"/>
              </a:ext>
            </a:extLst>
          </p:cNvPr>
          <p:cNvGrpSpPr/>
          <p:nvPr/>
        </p:nvGrpSpPr>
        <p:grpSpPr>
          <a:xfrm>
            <a:off x="248724" y="2329332"/>
            <a:ext cx="646163" cy="2196790"/>
            <a:chOff x="248724" y="2329332"/>
            <a:chExt cx="646163" cy="2196790"/>
          </a:xfrm>
        </p:grpSpPr>
        <p:sp>
          <p:nvSpPr>
            <p:cNvPr id="43" name="Chaveta à Direita 42">
              <a:extLst>
                <a:ext uri="{FF2B5EF4-FFF2-40B4-BE49-F238E27FC236}">
                  <a16:creationId xmlns:a16="http://schemas.microsoft.com/office/drawing/2014/main" id="{7A4949B4-C0C4-66F4-48BA-97FF4E3A2762}"/>
                </a:ext>
              </a:extLst>
            </p:cNvPr>
            <p:cNvSpPr/>
            <p:nvPr/>
          </p:nvSpPr>
          <p:spPr>
            <a:xfrm rot="10800000">
              <a:off x="660711" y="2329332"/>
              <a:ext cx="234176" cy="2196790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C62A0C93-DB6F-E760-B033-A5EE314AE2A1}"/>
                </a:ext>
              </a:extLst>
            </p:cNvPr>
            <p:cNvSpPr txBox="1"/>
            <p:nvPr/>
          </p:nvSpPr>
          <p:spPr>
            <a:xfrm rot="16200000">
              <a:off x="-124455" y="3210350"/>
              <a:ext cx="11464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i="1" dirty="0"/>
                <a:t>n </a:t>
              </a:r>
              <a:r>
                <a: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qubits</a:t>
              </a:r>
              <a:endParaRPr lang="en-GB" sz="2000" i="1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EF35A758-2FEA-DB07-F87C-8BA5B686F0E0}"/>
                  </a:ext>
                </a:extLst>
              </p:cNvPr>
              <p:cNvSpPr txBox="1"/>
              <p:nvPr/>
            </p:nvSpPr>
            <p:spPr>
              <a:xfrm>
                <a:off x="1908716" y="5644427"/>
                <a:ext cx="83745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Schrödinger picture: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time and space exponential complexity</a:t>
                </a:r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EF35A758-2FEA-DB07-F87C-8BA5B686F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716" y="5644427"/>
                <a:ext cx="8374567" cy="400110"/>
              </a:xfrm>
              <a:prstGeom prst="rect">
                <a:avLst/>
              </a:prstGeom>
              <a:blipFill>
                <a:blip r:embed="rId6"/>
                <a:stretch>
                  <a:fillRect l="-758" t="-9091" b="-242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!!Circuito">
            <a:extLst>
              <a:ext uri="{FF2B5EF4-FFF2-40B4-BE49-F238E27FC236}">
                <a16:creationId xmlns:a16="http://schemas.microsoft.com/office/drawing/2014/main" id="{528D2D1C-50FD-7E26-5D45-0F06DDBEF1D5}"/>
              </a:ext>
            </a:extLst>
          </p:cNvPr>
          <p:cNvGrpSpPr/>
          <p:nvPr/>
        </p:nvGrpSpPr>
        <p:grpSpPr>
          <a:xfrm>
            <a:off x="1753104" y="2329332"/>
            <a:ext cx="2561000" cy="2178607"/>
            <a:chOff x="1753104" y="2329332"/>
            <a:chExt cx="2561000" cy="21786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!!Gate1">
                  <a:extLst>
                    <a:ext uri="{FF2B5EF4-FFF2-40B4-BE49-F238E27FC236}">
                      <a16:creationId xmlns:a16="http://schemas.microsoft.com/office/drawing/2014/main" id="{DFA12F04-12E9-607A-89C5-DD10A069DC30}"/>
                    </a:ext>
                  </a:extLst>
                </p:cNvPr>
                <p:cNvSpPr/>
                <p:nvPr/>
              </p:nvSpPr>
              <p:spPr>
                <a:xfrm>
                  <a:off x="1753104" y="2330605"/>
                  <a:ext cx="612000" cy="61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" name="!!Gate1">
                  <a:extLst>
                    <a:ext uri="{FF2B5EF4-FFF2-40B4-BE49-F238E27FC236}">
                      <a16:creationId xmlns:a16="http://schemas.microsoft.com/office/drawing/2014/main" id="{DFA12F04-12E9-607A-89C5-DD10A069DC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104" y="2330605"/>
                  <a:ext cx="612000" cy="612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!!Gate2">
                  <a:extLst>
                    <a:ext uri="{FF2B5EF4-FFF2-40B4-BE49-F238E27FC236}">
                      <a16:creationId xmlns:a16="http://schemas.microsoft.com/office/drawing/2014/main" id="{33A9A9FC-A8BB-7052-4EC1-908CD66ACE84}"/>
                    </a:ext>
                  </a:extLst>
                </p:cNvPr>
                <p:cNvSpPr/>
                <p:nvPr/>
              </p:nvSpPr>
              <p:spPr>
                <a:xfrm>
                  <a:off x="1753104" y="3113689"/>
                  <a:ext cx="612000" cy="61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6" name="!!Gate2">
                  <a:extLst>
                    <a:ext uri="{FF2B5EF4-FFF2-40B4-BE49-F238E27FC236}">
                      <a16:creationId xmlns:a16="http://schemas.microsoft.com/office/drawing/2014/main" id="{33A9A9FC-A8BB-7052-4EC1-908CD66ACE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104" y="3113689"/>
                  <a:ext cx="612000" cy="612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!!Gate3">
                  <a:extLst>
                    <a:ext uri="{FF2B5EF4-FFF2-40B4-BE49-F238E27FC236}">
                      <a16:creationId xmlns:a16="http://schemas.microsoft.com/office/drawing/2014/main" id="{72C89E0B-C979-B582-D3BF-D98C6BB8F2A8}"/>
                    </a:ext>
                  </a:extLst>
                </p:cNvPr>
                <p:cNvSpPr/>
                <p:nvPr/>
              </p:nvSpPr>
              <p:spPr>
                <a:xfrm>
                  <a:off x="1753104" y="3895939"/>
                  <a:ext cx="612000" cy="61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!!Gate3">
                  <a:extLst>
                    <a:ext uri="{FF2B5EF4-FFF2-40B4-BE49-F238E27FC236}">
                      <a16:creationId xmlns:a16="http://schemas.microsoft.com/office/drawing/2014/main" id="{72C89E0B-C979-B582-D3BF-D98C6BB8F2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3104" y="3895939"/>
                  <a:ext cx="612000" cy="612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!!Gate4">
              <a:extLst>
                <a:ext uri="{FF2B5EF4-FFF2-40B4-BE49-F238E27FC236}">
                  <a16:creationId xmlns:a16="http://schemas.microsoft.com/office/drawing/2014/main" id="{9EFF76AA-968C-5D82-3841-D065DA36D2DF}"/>
                </a:ext>
              </a:extLst>
            </p:cNvPr>
            <p:cNvGrpSpPr/>
            <p:nvPr/>
          </p:nvGrpSpPr>
          <p:grpSpPr>
            <a:xfrm>
              <a:off x="2365104" y="2674424"/>
              <a:ext cx="1332000" cy="1471961"/>
              <a:chOff x="2118732" y="2261831"/>
              <a:chExt cx="1332000" cy="1471961"/>
            </a:xfrm>
          </p:grpSpPr>
          <p:cxnSp>
            <p:nvCxnSpPr>
              <p:cNvPr id="9" name="Conexão Reta 8">
                <a:extLst>
                  <a:ext uri="{FF2B5EF4-FFF2-40B4-BE49-F238E27FC236}">
                    <a16:creationId xmlns:a16="http://schemas.microsoft.com/office/drawing/2014/main" id="{B17FF20B-C4ED-B7F2-9D93-137557B90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332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xão Reta 9">
                <a:extLst>
                  <a:ext uri="{FF2B5EF4-FFF2-40B4-BE49-F238E27FC236}">
                    <a16:creationId xmlns:a16="http://schemas.microsoft.com/office/drawing/2014/main" id="{102AC2B5-9A7C-7EDE-CAF1-F9177D695F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997812"/>
                <a:ext cx="1332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xão Reta 10">
                <a:extLst>
                  <a:ext uri="{FF2B5EF4-FFF2-40B4-BE49-F238E27FC236}">
                    <a16:creationId xmlns:a16="http://schemas.microsoft.com/office/drawing/2014/main" id="{D0AE44C3-7EE1-EFD5-DC27-B45199A144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733792"/>
                <a:ext cx="1332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C160105-C835-E8A0-40F0-A08D0BCC825A}"/>
                </a:ext>
              </a:extLst>
            </p:cNvPr>
            <p:cNvSpPr/>
            <p:nvPr/>
          </p:nvSpPr>
          <p:spPr>
            <a:xfrm>
              <a:off x="2920329" y="2553274"/>
              <a:ext cx="252000" cy="252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u 12">
              <a:extLst>
                <a:ext uri="{FF2B5EF4-FFF2-40B4-BE49-F238E27FC236}">
                  <a16:creationId xmlns:a16="http://schemas.microsoft.com/office/drawing/2014/main" id="{BA8BF9F5-0FD5-91A7-E833-A7DCFD0A0997}"/>
                </a:ext>
              </a:extLst>
            </p:cNvPr>
            <p:cNvSpPr/>
            <p:nvPr/>
          </p:nvSpPr>
          <p:spPr>
            <a:xfrm>
              <a:off x="2904223" y="3275689"/>
              <a:ext cx="288000" cy="288000"/>
            </a:xfrm>
            <a:prstGeom prst="flowChartOr">
              <a:avLst/>
            </a:prstGeom>
            <a:solidFill>
              <a:srgbClr val="9E867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5" name="Conexão Reta 14">
              <a:extLst>
                <a:ext uri="{FF2B5EF4-FFF2-40B4-BE49-F238E27FC236}">
                  <a16:creationId xmlns:a16="http://schemas.microsoft.com/office/drawing/2014/main" id="{60D93E79-09B3-B130-31C9-7C043C8F7B09}"/>
                </a:ext>
              </a:extLst>
            </p:cNvPr>
            <p:cNvCxnSpPr>
              <a:stCxn id="13" idx="0"/>
              <a:endCxn id="12" idx="4"/>
            </p:cNvCxnSpPr>
            <p:nvPr/>
          </p:nvCxnSpPr>
          <p:spPr>
            <a:xfrm flipH="1" flipV="1">
              <a:off x="3046329" y="2805274"/>
              <a:ext cx="1894" cy="4704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!!Gate5">
                  <a:extLst>
                    <a:ext uri="{FF2B5EF4-FFF2-40B4-BE49-F238E27FC236}">
                      <a16:creationId xmlns:a16="http://schemas.microsoft.com/office/drawing/2014/main" id="{5C4F6B5F-23FB-5916-3980-10784730959C}"/>
                    </a:ext>
                  </a:extLst>
                </p:cNvPr>
                <p:cNvSpPr/>
                <p:nvPr/>
              </p:nvSpPr>
              <p:spPr>
                <a:xfrm>
                  <a:off x="3702104" y="2329332"/>
                  <a:ext cx="612000" cy="61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6" name="!!Gate5">
                  <a:extLst>
                    <a:ext uri="{FF2B5EF4-FFF2-40B4-BE49-F238E27FC236}">
                      <a16:creationId xmlns:a16="http://schemas.microsoft.com/office/drawing/2014/main" id="{5C4F6B5F-23FB-5916-3980-1078473095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2104" y="2329332"/>
                  <a:ext cx="612000" cy="612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!!Gate6">
                  <a:extLst>
                    <a:ext uri="{FF2B5EF4-FFF2-40B4-BE49-F238E27FC236}">
                      <a16:creationId xmlns:a16="http://schemas.microsoft.com/office/drawing/2014/main" id="{6823BFC7-9EB7-66DB-DF90-4F7C4A31C0C4}"/>
                    </a:ext>
                  </a:extLst>
                </p:cNvPr>
                <p:cNvSpPr/>
                <p:nvPr/>
              </p:nvSpPr>
              <p:spPr>
                <a:xfrm>
                  <a:off x="3702104" y="3112416"/>
                  <a:ext cx="612000" cy="61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7" name="!!Gate6">
                  <a:extLst>
                    <a:ext uri="{FF2B5EF4-FFF2-40B4-BE49-F238E27FC236}">
                      <a16:creationId xmlns:a16="http://schemas.microsoft.com/office/drawing/2014/main" id="{6823BFC7-9EB7-66DB-DF90-4F7C4A31C0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2104" y="3112416"/>
                  <a:ext cx="612000" cy="61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!!Gate7">
                  <a:extLst>
                    <a:ext uri="{FF2B5EF4-FFF2-40B4-BE49-F238E27FC236}">
                      <a16:creationId xmlns:a16="http://schemas.microsoft.com/office/drawing/2014/main" id="{4052247D-E951-166B-42C0-D63BE8931FDB}"/>
                    </a:ext>
                  </a:extLst>
                </p:cNvPr>
                <p:cNvSpPr/>
                <p:nvPr/>
              </p:nvSpPr>
              <p:spPr>
                <a:xfrm>
                  <a:off x="3702104" y="3894666"/>
                  <a:ext cx="612000" cy="61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" name="!!Gate7">
                  <a:extLst>
                    <a:ext uri="{FF2B5EF4-FFF2-40B4-BE49-F238E27FC236}">
                      <a16:creationId xmlns:a16="http://schemas.microsoft.com/office/drawing/2014/main" id="{4052247D-E951-166B-42C0-D63BE8931F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2104" y="3894666"/>
                  <a:ext cx="612000" cy="612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C055C9F7-E1AF-AD6E-B06A-2C681E5329F4}"/>
              </a:ext>
            </a:extLst>
          </p:cNvPr>
          <p:cNvCxnSpPr>
            <a:cxnSpLocks/>
          </p:cNvCxnSpPr>
          <p:nvPr/>
        </p:nvCxnSpPr>
        <p:spPr>
          <a:xfrm>
            <a:off x="2665141" y="2051824"/>
            <a:ext cx="0" cy="311211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25">
            <a:extLst>
              <a:ext uri="{FF2B5EF4-FFF2-40B4-BE49-F238E27FC236}">
                <a16:creationId xmlns:a16="http://schemas.microsoft.com/office/drawing/2014/main" id="{74C2391D-DFAC-F424-0EB6-F10C1D0C5767}"/>
              </a:ext>
            </a:extLst>
          </p:cNvPr>
          <p:cNvCxnSpPr>
            <a:cxnSpLocks/>
          </p:cNvCxnSpPr>
          <p:nvPr/>
        </p:nvCxnSpPr>
        <p:spPr>
          <a:xfrm flipH="1">
            <a:off x="3390259" y="2051824"/>
            <a:ext cx="18297" cy="3107546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2834289-8502-F3D9-1C76-C9A21F4B6811}"/>
                  </a:ext>
                </a:extLst>
              </p:cNvPr>
              <p:cNvSpPr txBox="1"/>
              <p:nvPr/>
            </p:nvSpPr>
            <p:spPr>
              <a:xfrm>
                <a:off x="2623709" y="4654762"/>
                <a:ext cx="666734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pt-PT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32834289-8502-F3D9-1C76-C9A21F4B6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709" y="4654762"/>
                <a:ext cx="666734" cy="509178"/>
              </a:xfrm>
              <a:prstGeom prst="rect">
                <a:avLst/>
              </a:prstGeom>
              <a:blipFill>
                <a:blip r:embed="rId13"/>
                <a:stretch>
                  <a:fillRect l="-94444" t="-158537" r="-88889" b="-241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DB3BB416-4226-9E4D-1C79-7C9E812C8664}"/>
                  </a:ext>
                </a:extLst>
              </p:cNvPr>
              <p:cNvSpPr txBox="1"/>
              <p:nvPr/>
            </p:nvSpPr>
            <p:spPr>
              <a:xfrm>
                <a:off x="3390259" y="4650192"/>
                <a:ext cx="666734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pt-PT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DB3BB416-4226-9E4D-1C79-7C9E812C8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259" y="4650192"/>
                <a:ext cx="666734" cy="509178"/>
              </a:xfrm>
              <a:prstGeom prst="rect">
                <a:avLst/>
              </a:prstGeom>
              <a:blipFill>
                <a:blip r:embed="rId14"/>
                <a:stretch>
                  <a:fillRect l="-92593" t="-158537" r="-90741" b="-2390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C68F3296-A3C0-65E3-2E63-35D63EFD9C4A}"/>
                  </a:ext>
                </a:extLst>
              </p:cNvPr>
              <p:cNvSpPr txBox="1"/>
              <p:nvPr/>
            </p:nvSpPr>
            <p:spPr>
              <a:xfrm>
                <a:off x="1847555" y="1682144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C68F3296-A3C0-65E3-2E63-35D63EFD9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55" y="1682144"/>
                <a:ext cx="445045" cy="471539"/>
              </a:xfrm>
              <a:prstGeom prst="rect">
                <a:avLst/>
              </a:prstGeom>
              <a:blipFill>
                <a:blip r:embed="rId15"/>
                <a:stretch>
                  <a:fillRect l="-2778" t="-10526"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C0628DF-4415-38B4-4874-1262FA104C4E}"/>
                  </a:ext>
                </a:extLst>
              </p:cNvPr>
              <p:cNvSpPr txBox="1"/>
              <p:nvPr/>
            </p:nvSpPr>
            <p:spPr>
              <a:xfrm>
                <a:off x="2804784" y="1689564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C0628DF-4415-38B4-4874-1262FA104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784" y="1689564"/>
                <a:ext cx="445045" cy="471539"/>
              </a:xfrm>
              <a:prstGeom prst="rect">
                <a:avLst/>
              </a:prstGeom>
              <a:blipFill>
                <a:blip r:embed="rId16"/>
                <a:stretch>
                  <a:fillRect l="-2778" t="-10256"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FDB8E046-7A81-0161-3832-D9CD15101647}"/>
                  </a:ext>
                </a:extLst>
              </p:cNvPr>
              <p:cNvSpPr txBox="1"/>
              <p:nvPr/>
            </p:nvSpPr>
            <p:spPr>
              <a:xfrm>
                <a:off x="3785581" y="1682144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FDB8E046-7A81-0161-3832-D9CD1510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581" y="1682144"/>
                <a:ext cx="445045" cy="471539"/>
              </a:xfrm>
              <a:prstGeom prst="rect">
                <a:avLst/>
              </a:prstGeom>
              <a:blipFill>
                <a:blip r:embed="rId17"/>
                <a:stretch>
                  <a:fillRect l="-2778" t="-10526" r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E71E73C1-5757-D651-CF97-5E6FDA996CE0}"/>
                  </a:ext>
                </a:extLst>
              </p:cNvPr>
              <p:cNvSpPr txBox="1"/>
              <p:nvPr/>
            </p:nvSpPr>
            <p:spPr>
              <a:xfrm>
                <a:off x="6488869" y="1899325"/>
                <a:ext cx="2472152" cy="3792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E71E73C1-5757-D651-CF97-5E6FDA996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869" y="1899325"/>
                <a:ext cx="2472152" cy="379206"/>
              </a:xfrm>
              <a:prstGeom prst="rect">
                <a:avLst/>
              </a:prstGeom>
              <a:blipFill>
                <a:blip r:embed="rId18"/>
                <a:stretch>
                  <a:fillRect l="-20918" t="-161290" r="-16327" b="-238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3CF97AE8-0DAC-0377-8A17-A551D6D94763}"/>
                  </a:ext>
                </a:extLst>
              </p:cNvPr>
              <p:cNvSpPr txBox="1"/>
              <p:nvPr/>
            </p:nvSpPr>
            <p:spPr>
              <a:xfrm>
                <a:off x="6488869" y="2361476"/>
                <a:ext cx="3037989" cy="515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3CF97AE8-0DAC-0377-8A17-A551D6D94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869" y="2361476"/>
                <a:ext cx="3037989" cy="515654"/>
              </a:xfrm>
              <a:prstGeom prst="rect">
                <a:avLst/>
              </a:prstGeom>
              <a:blipFill>
                <a:blip r:embed="rId19"/>
                <a:stretch>
                  <a:fillRect t="-7143" b="-95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F104EB63-AB6E-2A66-C0E5-00E04B06EA5E}"/>
                  </a:ext>
                </a:extLst>
              </p:cNvPr>
              <p:cNvSpPr txBox="1"/>
              <p:nvPr/>
            </p:nvSpPr>
            <p:spPr>
              <a:xfrm>
                <a:off x="6488869" y="2960075"/>
                <a:ext cx="2503597" cy="5156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𝐶𝑋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(0,1)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F104EB63-AB6E-2A66-C0E5-00E04B06E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869" y="2960075"/>
                <a:ext cx="2503597" cy="515654"/>
              </a:xfrm>
              <a:prstGeom prst="rect">
                <a:avLst/>
              </a:prstGeom>
              <a:blipFill>
                <a:blip r:embed="rId20"/>
                <a:stretch>
                  <a:fillRect t="-9756" b="-9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79E59202-4A19-C04A-2251-101706A7B5B7}"/>
                  </a:ext>
                </a:extLst>
              </p:cNvPr>
              <p:cNvSpPr txBox="1"/>
              <p:nvPr/>
            </p:nvSpPr>
            <p:spPr>
              <a:xfrm>
                <a:off x="6488869" y="3558674"/>
                <a:ext cx="3149790" cy="563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79E59202-4A19-C04A-2251-101706A7B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869" y="3558674"/>
                <a:ext cx="3149790" cy="563744"/>
              </a:xfrm>
              <a:prstGeom prst="rect">
                <a:avLst/>
              </a:prstGeom>
              <a:blipFill>
                <a:blip r:embed="rId21"/>
                <a:stretch>
                  <a:fillRect l="-402" t="-8889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79F88097-F9A0-CD87-79FA-61DFE94D0BD3}"/>
                  </a:ext>
                </a:extLst>
              </p:cNvPr>
              <p:cNvSpPr txBox="1"/>
              <p:nvPr/>
            </p:nvSpPr>
            <p:spPr>
              <a:xfrm>
                <a:off x="7233541" y="4550841"/>
                <a:ext cx="2142806" cy="562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  <m:r>
                        <a:rPr lang="pt-P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 </m:t>
                      </m:r>
                      <m:sSup>
                        <m:sSupPr>
                          <m:ctrlP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PT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79F88097-F9A0-CD87-79FA-61DFE94D0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541" y="4550841"/>
                <a:ext cx="2142806" cy="562655"/>
              </a:xfrm>
              <a:prstGeom prst="rect">
                <a:avLst/>
              </a:prstGeom>
              <a:blipFill>
                <a:blip r:embed="rId22"/>
                <a:stretch>
                  <a:fillRect l="-17059" t="-120000" b="-18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083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38" grpId="0"/>
      <p:bldP spid="55" grpId="0"/>
      <p:bldP spid="57" grpId="0"/>
      <p:bldP spid="58" grpId="0"/>
      <p:bldP spid="59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E72AF-7AD5-98BC-7A86-A46052F8C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24FD8-5D28-5C95-968B-E9E812D5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Simulation of Quantum Circuits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2844E1-803D-EA7F-B660-BEC02FCE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1E9C0AC-DBA6-2C54-789D-89481CE9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8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E7DB21E5-9FE6-22B5-062A-7D0279AA6AA1}"/>
                  </a:ext>
                </a:extLst>
              </p:cNvPr>
              <p:cNvSpPr txBox="1"/>
              <p:nvPr/>
            </p:nvSpPr>
            <p:spPr>
              <a:xfrm>
                <a:off x="989480" y="1577307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E7DB21E5-9FE6-22B5-062A-7D0279AA6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80" y="1577307"/>
                <a:ext cx="445045" cy="471539"/>
              </a:xfrm>
              <a:prstGeom prst="rect">
                <a:avLst/>
              </a:prstGeom>
              <a:blipFill>
                <a:blip r:embed="rId2"/>
                <a:stretch>
                  <a:fillRect l="-2778" t="-10526" r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66012C35-FCA2-FF73-B0EA-D2A9E3BE38DD}"/>
                  </a:ext>
                </a:extLst>
              </p:cNvPr>
              <p:cNvSpPr txBox="1"/>
              <p:nvPr/>
            </p:nvSpPr>
            <p:spPr>
              <a:xfrm>
                <a:off x="2009376" y="1577307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66012C35-FCA2-FF73-B0EA-D2A9E3BE3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376" y="1577307"/>
                <a:ext cx="445045" cy="471539"/>
              </a:xfrm>
              <a:prstGeom prst="rect">
                <a:avLst/>
              </a:prstGeom>
              <a:blipFill>
                <a:blip r:embed="rId3"/>
                <a:stretch>
                  <a:fillRect l="-5556" t="-10526" r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C71944A6-8B86-5862-CD80-A1B724D32AEE}"/>
                  </a:ext>
                </a:extLst>
              </p:cNvPr>
              <p:cNvSpPr txBox="1"/>
              <p:nvPr/>
            </p:nvSpPr>
            <p:spPr>
              <a:xfrm>
                <a:off x="3029272" y="1577307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C71944A6-8B86-5862-CD80-A1B724D32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272" y="1577307"/>
                <a:ext cx="445045" cy="471539"/>
              </a:xfrm>
              <a:prstGeom prst="rect">
                <a:avLst/>
              </a:prstGeom>
              <a:blipFill>
                <a:blip r:embed="rId4"/>
                <a:stretch>
                  <a:fillRect l="-2778" t="-10526"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4FB56CBD-8EE0-56C2-98FB-A8B08420BF53}"/>
                  </a:ext>
                </a:extLst>
              </p:cNvPr>
              <p:cNvSpPr txBox="1"/>
              <p:nvPr/>
            </p:nvSpPr>
            <p:spPr>
              <a:xfrm>
                <a:off x="4394252" y="1577307"/>
                <a:ext cx="3693755" cy="3792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"/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4FB56CBD-8EE0-56C2-98FB-A8B08420B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52" y="1577307"/>
                <a:ext cx="3693755" cy="379206"/>
              </a:xfrm>
              <a:prstGeom prst="rect">
                <a:avLst/>
              </a:prstGeom>
              <a:blipFill>
                <a:blip r:embed="rId5"/>
                <a:stretch>
                  <a:fillRect l="-12715" t="-164516" r="-9622" b="-238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883E5AD6-C016-D1DE-9367-41C5562F5980}"/>
              </a:ext>
            </a:extLst>
          </p:cNvPr>
          <p:cNvGrpSpPr/>
          <p:nvPr/>
        </p:nvGrpSpPr>
        <p:grpSpPr>
          <a:xfrm>
            <a:off x="477275" y="1982112"/>
            <a:ext cx="531439" cy="361777"/>
            <a:chOff x="5419646" y="4385129"/>
            <a:chExt cx="531439" cy="36177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E59DA8C-5F23-F268-A4EB-746FC0C5D2C2}"/>
                </a:ext>
              </a:extLst>
            </p:cNvPr>
            <p:cNvSpPr/>
            <p:nvPr/>
          </p:nvSpPr>
          <p:spPr>
            <a:xfrm>
              <a:off x="5631366" y="4638906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A08E2B0-5B9A-8BBE-1F8B-F14E55ED103F}"/>
                </a:ext>
              </a:extLst>
            </p:cNvPr>
            <p:cNvSpPr txBox="1"/>
            <p:nvPr/>
          </p:nvSpPr>
          <p:spPr>
            <a:xfrm>
              <a:off x="5419646" y="4385129"/>
              <a:ext cx="5314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000</a:t>
              </a:r>
            </a:p>
          </p:txBody>
        </p:sp>
      </p:grpSp>
      <p:grpSp>
        <p:nvGrpSpPr>
          <p:cNvPr id="190" name="!!Circuito">
            <a:extLst>
              <a:ext uri="{FF2B5EF4-FFF2-40B4-BE49-F238E27FC236}">
                <a16:creationId xmlns:a16="http://schemas.microsoft.com/office/drawing/2014/main" id="{48FA65B4-7B1B-4C19-28E9-B5A901347094}"/>
              </a:ext>
            </a:extLst>
          </p:cNvPr>
          <p:cNvGrpSpPr/>
          <p:nvPr/>
        </p:nvGrpSpPr>
        <p:grpSpPr>
          <a:xfrm>
            <a:off x="881568" y="4765392"/>
            <a:ext cx="2696437" cy="1379285"/>
            <a:chOff x="881568" y="4765392"/>
            <a:chExt cx="2696437" cy="1379285"/>
          </a:xfrm>
        </p:grpSpPr>
        <p:grpSp>
          <p:nvGrpSpPr>
            <p:cNvPr id="189" name="Agrupar 188">
              <a:extLst>
                <a:ext uri="{FF2B5EF4-FFF2-40B4-BE49-F238E27FC236}">
                  <a16:creationId xmlns:a16="http://schemas.microsoft.com/office/drawing/2014/main" id="{22D94D76-BF2C-3F78-9A81-C5F7366CB608}"/>
                </a:ext>
              </a:extLst>
            </p:cNvPr>
            <p:cNvGrpSpPr/>
            <p:nvPr/>
          </p:nvGrpSpPr>
          <p:grpSpPr>
            <a:xfrm>
              <a:off x="2051898" y="4927982"/>
              <a:ext cx="360000" cy="955256"/>
              <a:chOff x="2195906" y="4946709"/>
              <a:chExt cx="360000" cy="955256"/>
            </a:xfrm>
          </p:grpSpPr>
          <p:grpSp>
            <p:nvGrpSpPr>
              <p:cNvPr id="8" name="!!Gate4">
                <a:extLst>
                  <a:ext uri="{FF2B5EF4-FFF2-40B4-BE49-F238E27FC236}">
                    <a16:creationId xmlns:a16="http://schemas.microsoft.com/office/drawing/2014/main" id="{43A7F437-49E3-929F-8483-342827746540}"/>
                  </a:ext>
                </a:extLst>
              </p:cNvPr>
              <p:cNvGrpSpPr/>
              <p:nvPr/>
            </p:nvGrpSpPr>
            <p:grpSpPr>
              <a:xfrm>
                <a:off x="2195906" y="4985665"/>
                <a:ext cx="360000" cy="916300"/>
                <a:chOff x="2118732" y="2261831"/>
                <a:chExt cx="360000" cy="916300"/>
              </a:xfrm>
            </p:grpSpPr>
            <p:cxnSp>
              <p:nvCxnSpPr>
                <p:cNvPr id="9" name="Conexão Reta 8">
                  <a:extLst>
                    <a:ext uri="{FF2B5EF4-FFF2-40B4-BE49-F238E27FC236}">
                      <a16:creationId xmlns:a16="http://schemas.microsoft.com/office/drawing/2014/main" id="{97B3D79F-CB20-87B9-9E51-C38AB0B28C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36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exão Reta 9">
                  <a:extLst>
                    <a:ext uri="{FF2B5EF4-FFF2-40B4-BE49-F238E27FC236}">
                      <a16:creationId xmlns:a16="http://schemas.microsoft.com/office/drawing/2014/main" id="{EF9144DC-CB4E-211F-B5E4-C5876F283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46041"/>
                  <a:ext cx="36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Conexão Reta 10">
                  <a:extLst>
                    <a:ext uri="{FF2B5EF4-FFF2-40B4-BE49-F238E27FC236}">
                      <a16:creationId xmlns:a16="http://schemas.microsoft.com/office/drawing/2014/main" id="{AE9669F5-90AC-5D7C-9A1E-BC350F2FF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78131"/>
                  <a:ext cx="36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FAF8E1F-4DCB-3A2E-1B1F-71DD871F2357}"/>
                  </a:ext>
                </a:extLst>
              </p:cNvPr>
              <p:cNvSpPr/>
              <p:nvPr/>
            </p:nvSpPr>
            <p:spPr>
              <a:xfrm>
                <a:off x="2328421" y="4946709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u 12">
                <a:extLst>
                  <a:ext uri="{FF2B5EF4-FFF2-40B4-BE49-F238E27FC236}">
                    <a16:creationId xmlns:a16="http://schemas.microsoft.com/office/drawing/2014/main" id="{CE0E8C78-7B85-F608-936B-BA07911DCE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10421" y="5396805"/>
                <a:ext cx="144000" cy="144000"/>
              </a:xfrm>
              <a:prstGeom prst="flowChartOr">
                <a:avLst/>
              </a:prstGeom>
              <a:solidFill>
                <a:srgbClr val="9E867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5" name="Conexão Reta 14">
                <a:extLst>
                  <a:ext uri="{FF2B5EF4-FFF2-40B4-BE49-F238E27FC236}">
                    <a16:creationId xmlns:a16="http://schemas.microsoft.com/office/drawing/2014/main" id="{7EA95EF4-EB32-D0ED-3684-A80917717B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82421" y="4993865"/>
                <a:ext cx="1894" cy="468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Agrupar 93">
              <a:extLst>
                <a:ext uri="{FF2B5EF4-FFF2-40B4-BE49-F238E27FC236}">
                  <a16:creationId xmlns:a16="http://schemas.microsoft.com/office/drawing/2014/main" id="{7F2E63CD-16A3-56E4-530B-42FC23C84073}"/>
                </a:ext>
              </a:extLst>
            </p:cNvPr>
            <p:cNvGrpSpPr/>
            <p:nvPr/>
          </p:nvGrpSpPr>
          <p:grpSpPr>
            <a:xfrm>
              <a:off x="881568" y="4765392"/>
              <a:ext cx="652423" cy="1379285"/>
              <a:chOff x="1635635" y="4067390"/>
              <a:chExt cx="652423" cy="1379285"/>
            </a:xfrm>
          </p:grpSpPr>
          <p:grpSp>
            <p:nvGrpSpPr>
              <p:cNvPr id="28" name="Agrupar 27">
                <a:extLst>
                  <a:ext uri="{FF2B5EF4-FFF2-40B4-BE49-F238E27FC236}">
                    <a16:creationId xmlns:a16="http://schemas.microsoft.com/office/drawing/2014/main" id="{5D78BC2A-E990-0636-6286-BDCDE7ECEBEE}"/>
                  </a:ext>
                </a:extLst>
              </p:cNvPr>
              <p:cNvGrpSpPr/>
              <p:nvPr/>
            </p:nvGrpSpPr>
            <p:grpSpPr>
              <a:xfrm>
                <a:off x="1635635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22" name="Conexão Reta 21">
                  <a:extLst>
                    <a:ext uri="{FF2B5EF4-FFF2-40B4-BE49-F238E27FC236}">
                      <a16:creationId xmlns:a16="http://schemas.microsoft.com/office/drawing/2014/main" id="{4ED9068C-CF6D-33B1-0224-A78460CA1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exão Reta 22">
                  <a:extLst>
                    <a:ext uri="{FF2B5EF4-FFF2-40B4-BE49-F238E27FC236}">
                      <a16:creationId xmlns:a16="http://schemas.microsoft.com/office/drawing/2014/main" id="{2EBE8010-934E-9317-08FA-C247C9DD1C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exão Reta 24">
                  <a:extLst>
                    <a:ext uri="{FF2B5EF4-FFF2-40B4-BE49-F238E27FC236}">
                      <a16:creationId xmlns:a16="http://schemas.microsoft.com/office/drawing/2014/main" id="{22471263-9BB5-6448-B269-659BA818F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!!Gate1">
                    <a:extLst>
                      <a:ext uri="{FF2B5EF4-FFF2-40B4-BE49-F238E27FC236}">
                        <a16:creationId xmlns:a16="http://schemas.microsoft.com/office/drawing/2014/main" id="{6127EA62-E7C0-A36B-4D82-0CCB8B531E79}"/>
                      </a:ext>
                    </a:extLst>
                  </p:cNvPr>
                  <p:cNvSpPr/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3" name="!!Gate1">
                    <a:extLst>
                      <a:ext uri="{FF2B5EF4-FFF2-40B4-BE49-F238E27FC236}">
                        <a16:creationId xmlns:a16="http://schemas.microsoft.com/office/drawing/2014/main" id="{6127EA62-E7C0-A36B-4D82-0CCB8B531E7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632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!!Gate2">
                    <a:extLst>
                      <a:ext uri="{FF2B5EF4-FFF2-40B4-BE49-F238E27FC236}">
                        <a16:creationId xmlns:a16="http://schemas.microsoft.com/office/drawing/2014/main" id="{BBD4BC83-2C2D-3EBC-1023-7987AAEF881A}"/>
                      </a:ext>
                    </a:extLst>
                  </p:cNvPr>
                  <p:cNvSpPr/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6" name="!!Gate2">
                    <a:extLst>
                      <a:ext uri="{FF2B5EF4-FFF2-40B4-BE49-F238E27FC236}">
                        <a16:creationId xmlns:a16="http://schemas.microsoft.com/office/drawing/2014/main" id="{BBD4BC83-2C2D-3EBC-1023-7987AAEF88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632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!!Gate3">
                    <a:extLst>
                      <a:ext uri="{FF2B5EF4-FFF2-40B4-BE49-F238E27FC236}">
                        <a16:creationId xmlns:a16="http://schemas.microsoft.com/office/drawing/2014/main" id="{44EFFC6A-0AC0-D2BB-7278-3229C60606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7" name="!!Gate3">
                    <a:extLst>
                      <a:ext uri="{FF2B5EF4-FFF2-40B4-BE49-F238E27FC236}">
                        <a16:creationId xmlns:a16="http://schemas.microsoft.com/office/drawing/2014/main" id="{44EFFC6A-0AC0-D2BB-7278-3229C606060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id="{F38D3A0A-48B5-7683-31A0-0A172120E4FA}"/>
                  </a:ext>
                </a:extLst>
              </p:cNvPr>
              <p:cNvGrpSpPr/>
              <p:nvPr/>
            </p:nvGrpSpPr>
            <p:grpSpPr>
              <a:xfrm>
                <a:off x="2180058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91" name="Conexão Reta 90">
                  <a:extLst>
                    <a:ext uri="{FF2B5EF4-FFF2-40B4-BE49-F238E27FC236}">
                      <a16:creationId xmlns:a16="http://schemas.microsoft.com/office/drawing/2014/main" id="{BF00B35C-DC0E-753C-31C4-8227767591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Conexão Reta 91">
                  <a:extLst>
                    <a:ext uri="{FF2B5EF4-FFF2-40B4-BE49-F238E27FC236}">
                      <a16:creationId xmlns:a16="http://schemas.microsoft.com/office/drawing/2014/main" id="{F4B233BD-488F-F230-CEC8-5AE2E76AC2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Conexão Reta 92">
                  <a:extLst>
                    <a:ext uri="{FF2B5EF4-FFF2-40B4-BE49-F238E27FC236}">
                      <a16:creationId xmlns:a16="http://schemas.microsoft.com/office/drawing/2014/main" id="{E93F239F-44DE-7B57-688E-04BFACEF84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5" name="Agrupar 94">
              <a:extLst>
                <a:ext uri="{FF2B5EF4-FFF2-40B4-BE49-F238E27FC236}">
                  <a16:creationId xmlns:a16="http://schemas.microsoft.com/office/drawing/2014/main" id="{6411DABB-2E21-0F39-FDEC-A74B74E6EB7B}"/>
                </a:ext>
              </a:extLst>
            </p:cNvPr>
            <p:cNvGrpSpPr/>
            <p:nvPr/>
          </p:nvGrpSpPr>
          <p:grpSpPr>
            <a:xfrm>
              <a:off x="2925582" y="4765392"/>
              <a:ext cx="652423" cy="1379285"/>
              <a:chOff x="1635635" y="4067390"/>
              <a:chExt cx="652423" cy="1379285"/>
            </a:xfrm>
          </p:grpSpPr>
          <p:grpSp>
            <p:nvGrpSpPr>
              <p:cNvPr id="96" name="Agrupar 95">
                <a:extLst>
                  <a:ext uri="{FF2B5EF4-FFF2-40B4-BE49-F238E27FC236}">
                    <a16:creationId xmlns:a16="http://schemas.microsoft.com/office/drawing/2014/main" id="{58BFCD17-B9DA-F824-86B2-1527E8764FE3}"/>
                  </a:ext>
                </a:extLst>
              </p:cNvPr>
              <p:cNvGrpSpPr/>
              <p:nvPr/>
            </p:nvGrpSpPr>
            <p:grpSpPr>
              <a:xfrm>
                <a:off x="1635635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104" name="Conexão Reta 103">
                  <a:extLst>
                    <a:ext uri="{FF2B5EF4-FFF2-40B4-BE49-F238E27FC236}">
                      <a16:creationId xmlns:a16="http://schemas.microsoft.com/office/drawing/2014/main" id="{57E9B43D-3790-544F-55C2-83BCBA6C17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Conexão Reta 104">
                  <a:extLst>
                    <a:ext uri="{FF2B5EF4-FFF2-40B4-BE49-F238E27FC236}">
                      <a16:creationId xmlns:a16="http://schemas.microsoft.com/office/drawing/2014/main" id="{9AC021EE-7134-8DB8-EA83-F7F544A4F1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Conexão Reta 105">
                  <a:extLst>
                    <a:ext uri="{FF2B5EF4-FFF2-40B4-BE49-F238E27FC236}">
                      <a16:creationId xmlns:a16="http://schemas.microsoft.com/office/drawing/2014/main" id="{50A0D5B9-DC08-D2F1-BE8E-B85BCFB3B8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!!Gate1">
                    <a:extLst>
                      <a:ext uri="{FF2B5EF4-FFF2-40B4-BE49-F238E27FC236}">
                        <a16:creationId xmlns:a16="http://schemas.microsoft.com/office/drawing/2014/main" id="{EC10EFBB-5CBF-770D-29FA-DA1505C585F4}"/>
                      </a:ext>
                    </a:extLst>
                  </p:cNvPr>
                  <p:cNvSpPr/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7" name="!!Gate1">
                    <a:extLst>
                      <a:ext uri="{FF2B5EF4-FFF2-40B4-BE49-F238E27FC236}">
                        <a16:creationId xmlns:a16="http://schemas.microsoft.com/office/drawing/2014/main" id="{EC10EFBB-5CBF-770D-29FA-DA1505C585F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405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!!Gate2">
                    <a:extLst>
                      <a:ext uri="{FF2B5EF4-FFF2-40B4-BE49-F238E27FC236}">
                        <a16:creationId xmlns:a16="http://schemas.microsoft.com/office/drawing/2014/main" id="{C0FF337C-604B-E743-E2C2-9BE5867B3A78}"/>
                      </a:ext>
                    </a:extLst>
                  </p:cNvPr>
                  <p:cNvSpPr/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8" name="!!Gate2">
                    <a:extLst>
                      <a:ext uri="{FF2B5EF4-FFF2-40B4-BE49-F238E27FC236}">
                        <a16:creationId xmlns:a16="http://schemas.microsoft.com/office/drawing/2014/main" id="{C0FF337C-604B-E743-E2C2-9BE5867B3A7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703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!!Gate3">
                    <a:extLst>
                      <a:ext uri="{FF2B5EF4-FFF2-40B4-BE49-F238E27FC236}">
                        <a16:creationId xmlns:a16="http://schemas.microsoft.com/office/drawing/2014/main" id="{A483A6F3-A74C-C761-601E-0210EE015C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9" name="!!Gate3">
                    <a:extLst>
                      <a:ext uri="{FF2B5EF4-FFF2-40B4-BE49-F238E27FC236}">
                        <a16:creationId xmlns:a16="http://schemas.microsoft.com/office/drawing/2014/main" id="{A483A6F3-A74C-C761-601E-0210EE015C1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8919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id="{25FFF9DA-9CB6-6FDF-EE18-6045218BCB4D}"/>
                  </a:ext>
                </a:extLst>
              </p:cNvPr>
              <p:cNvGrpSpPr/>
              <p:nvPr/>
            </p:nvGrpSpPr>
            <p:grpSpPr>
              <a:xfrm>
                <a:off x="2180058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101" name="Conexão Reta 100">
                  <a:extLst>
                    <a:ext uri="{FF2B5EF4-FFF2-40B4-BE49-F238E27FC236}">
                      <a16:creationId xmlns:a16="http://schemas.microsoft.com/office/drawing/2014/main" id="{DB46083C-4A92-8D41-25EB-60642226D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Conexão Reta 101">
                  <a:extLst>
                    <a:ext uri="{FF2B5EF4-FFF2-40B4-BE49-F238E27FC236}">
                      <a16:creationId xmlns:a16="http://schemas.microsoft.com/office/drawing/2014/main" id="{A92366A7-DDE1-058F-53BD-88EE739EA5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Conexão Reta 102">
                  <a:extLst>
                    <a:ext uri="{FF2B5EF4-FFF2-40B4-BE49-F238E27FC236}">
                      <a16:creationId xmlns:a16="http://schemas.microsoft.com/office/drawing/2014/main" id="{299D2375-E740-75FD-E023-325F35C284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9B3D31A5-42DF-F3B1-ACAE-518CE6E5B1DB}"/>
              </a:ext>
            </a:extLst>
          </p:cNvPr>
          <p:cNvGrpSpPr/>
          <p:nvPr/>
        </p:nvGrpSpPr>
        <p:grpSpPr>
          <a:xfrm>
            <a:off x="1473650" y="1982112"/>
            <a:ext cx="538759" cy="2587154"/>
            <a:chOff x="5829570" y="2744755"/>
            <a:chExt cx="538759" cy="2587154"/>
          </a:xfrm>
        </p:grpSpPr>
        <p:grpSp>
          <p:nvGrpSpPr>
            <p:cNvPr id="109" name="Agrupar 108">
              <a:extLst>
                <a:ext uri="{FF2B5EF4-FFF2-40B4-BE49-F238E27FC236}">
                  <a16:creationId xmlns:a16="http://schemas.microsoft.com/office/drawing/2014/main" id="{8527A7D4-DFF2-F620-1F0F-1934027C7DE4}"/>
                </a:ext>
              </a:extLst>
            </p:cNvPr>
            <p:cNvGrpSpPr/>
            <p:nvPr/>
          </p:nvGrpSpPr>
          <p:grpSpPr>
            <a:xfrm>
              <a:off x="5829570" y="2744755"/>
              <a:ext cx="532149" cy="1320577"/>
              <a:chOff x="5829570" y="2744755"/>
              <a:chExt cx="532149" cy="1320577"/>
            </a:xfrm>
          </p:grpSpPr>
          <p:grpSp>
            <p:nvGrpSpPr>
              <p:cNvPr id="123" name="Agrupar 122">
                <a:extLst>
                  <a:ext uri="{FF2B5EF4-FFF2-40B4-BE49-F238E27FC236}">
                    <a16:creationId xmlns:a16="http://schemas.microsoft.com/office/drawing/2014/main" id="{1F5A3837-BC5B-8821-5448-CF0794E2D478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34" name="CaixaDeTexto 133">
                  <a:extLst>
                    <a:ext uri="{FF2B5EF4-FFF2-40B4-BE49-F238E27FC236}">
                      <a16:creationId xmlns:a16="http://schemas.microsoft.com/office/drawing/2014/main" id="{EA777228-B7A8-A050-50DF-0F604D8A9CEC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181C3F71-475D-41E9-DC4D-FEB348BBE3E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4" name="Agrupar 123">
                <a:extLst>
                  <a:ext uri="{FF2B5EF4-FFF2-40B4-BE49-F238E27FC236}">
                    <a16:creationId xmlns:a16="http://schemas.microsoft.com/office/drawing/2014/main" id="{F6A0D240-DDEA-17E2-DD12-4B91256A4056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D5B8C4EA-90D8-CB68-D2D6-5C484FCCF9F4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" name="CaixaDeTexto 131">
                  <a:extLst>
                    <a:ext uri="{FF2B5EF4-FFF2-40B4-BE49-F238E27FC236}">
                      <a16:creationId xmlns:a16="http://schemas.microsoft.com/office/drawing/2014/main" id="{1A1FB08F-7D0E-0C48-81FD-D7FF50D603CE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001</a:t>
                  </a:r>
                </a:p>
              </p:txBody>
            </p:sp>
          </p:grpSp>
          <p:grpSp>
            <p:nvGrpSpPr>
              <p:cNvPr id="125" name="Agrupar 124">
                <a:extLst>
                  <a:ext uri="{FF2B5EF4-FFF2-40B4-BE49-F238E27FC236}">
                    <a16:creationId xmlns:a16="http://schemas.microsoft.com/office/drawing/2014/main" id="{A845BE69-7DCA-1E80-5F2C-9176C1BEFBEF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6A4D71B5-7910-2957-90C9-B9E85295A0B7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" name="CaixaDeTexto 129">
                  <a:extLst>
                    <a:ext uri="{FF2B5EF4-FFF2-40B4-BE49-F238E27FC236}">
                      <a16:creationId xmlns:a16="http://schemas.microsoft.com/office/drawing/2014/main" id="{A581FAF6-5C93-C691-A45A-D0523B723552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010</a:t>
                  </a:r>
                </a:p>
              </p:txBody>
            </p:sp>
          </p:grpSp>
          <p:grpSp>
            <p:nvGrpSpPr>
              <p:cNvPr id="126" name="Agrupar 125">
                <a:extLst>
                  <a:ext uri="{FF2B5EF4-FFF2-40B4-BE49-F238E27FC236}">
                    <a16:creationId xmlns:a16="http://schemas.microsoft.com/office/drawing/2014/main" id="{B7A98D45-6142-443E-CB7E-C4E529B6D933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1B0A07E7-889B-DAD3-E1BC-6F7B3D17823F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0D236324-1738-47AE-CED9-BFAE5B8AF350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011</a:t>
                  </a:r>
                </a:p>
              </p:txBody>
            </p:sp>
          </p:grpSp>
        </p:grpSp>
        <p:grpSp>
          <p:nvGrpSpPr>
            <p:cNvPr id="110" name="Agrupar 109">
              <a:extLst>
                <a:ext uri="{FF2B5EF4-FFF2-40B4-BE49-F238E27FC236}">
                  <a16:creationId xmlns:a16="http://schemas.microsoft.com/office/drawing/2014/main" id="{8696588E-40F5-318D-37D0-5699E976EAEE}"/>
                </a:ext>
              </a:extLst>
            </p:cNvPr>
            <p:cNvGrpSpPr/>
            <p:nvPr/>
          </p:nvGrpSpPr>
          <p:grpSpPr>
            <a:xfrm>
              <a:off x="5836180" y="4011332"/>
              <a:ext cx="532149" cy="1320577"/>
              <a:chOff x="5829570" y="2744755"/>
              <a:chExt cx="532149" cy="1320577"/>
            </a:xfrm>
          </p:grpSpPr>
          <p:grpSp>
            <p:nvGrpSpPr>
              <p:cNvPr id="111" name="Agrupar 110">
                <a:extLst>
                  <a:ext uri="{FF2B5EF4-FFF2-40B4-BE49-F238E27FC236}">
                    <a16:creationId xmlns:a16="http://schemas.microsoft.com/office/drawing/2014/main" id="{FAACBCE2-6772-C3CF-F2C1-5E35F9813BCA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A0387EAB-1D3B-3F02-D51F-BB73D3FB506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2" name="CaixaDeTexto 121">
                  <a:extLst>
                    <a:ext uri="{FF2B5EF4-FFF2-40B4-BE49-F238E27FC236}">
                      <a16:creationId xmlns:a16="http://schemas.microsoft.com/office/drawing/2014/main" id="{4F46EF26-860E-7AFF-4A2A-92567092DD04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100</a:t>
                  </a:r>
                </a:p>
              </p:txBody>
            </p:sp>
          </p:grpSp>
          <p:grpSp>
            <p:nvGrpSpPr>
              <p:cNvPr id="112" name="Agrupar 111">
                <a:extLst>
                  <a:ext uri="{FF2B5EF4-FFF2-40B4-BE49-F238E27FC236}">
                    <a16:creationId xmlns:a16="http://schemas.microsoft.com/office/drawing/2014/main" id="{A1CB5EA9-63C6-1800-4ACF-A8C2880EEC41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A2A64BD8-9EEF-4D21-D3AA-635CF0EBF8BA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0" name="CaixaDeTexto 119">
                  <a:extLst>
                    <a:ext uri="{FF2B5EF4-FFF2-40B4-BE49-F238E27FC236}">
                      <a16:creationId xmlns:a16="http://schemas.microsoft.com/office/drawing/2014/main" id="{3ADCC990-81BF-386C-5F07-98655E8B5A33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101</a:t>
                  </a:r>
                </a:p>
              </p:txBody>
            </p:sp>
          </p:grpSp>
          <p:grpSp>
            <p:nvGrpSpPr>
              <p:cNvPr id="113" name="Agrupar 112">
                <a:extLst>
                  <a:ext uri="{FF2B5EF4-FFF2-40B4-BE49-F238E27FC236}">
                    <a16:creationId xmlns:a16="http://schemas.microsoft.com/office/drawing/2014/main" id="{72F1D245-C6BE-7352-E9D4-EE24619CD961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05293BDB-0C25-9389-B825-C126D6B03794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" name="CaixaDeTexto 117">
                  <a:extLst>
                    <a:ext uri="{FF2B5EF4-FFF2-40B4-BE49-F238E27FC236}">
                      <a16:creationId xmlns:a16="http://schemas.microsoft.com/office/drawing/2014/main" id="{14BF5663-ADD7-7CE5-D7CC-11404632AADD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110</a:t>
                  </a:r>
                </a:p>
              </p:txBody>
            </p:sp>
          </p:grpSp>
          <p:grpSp>
            <p:nvGrpSpPr>
              <p:cNvPr id="114" name="Agrupar 113">
                <a:extLst>
                  <a:ext uri="{FF2B5EF4-FFF2-40B4-BE49-F238E27FC236}">
                    <a16:creationId xmlns:a16="http://schemas.microsoft.com/office/drawing/2014/main" id="{614D8D33-893B-BBF7-E1A8-1D7DD8E4B77B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4178D541-7755-5D7F-43E7-086FC098B1E5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6" name="CaixaDeTexto 115">
                  <a:extLst>
                    <a:ext uri="{FF2B5EF4-FFF2-40B4-BE49-F238E27FC236}">
                      <a16:creationId xmlns:a16="http://schemas.microsoft.com/office/drawing/2014/main" id="{A988BEEF-C0D7-8891-1961-1798467932C0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111</a:t>
                  </a:r>
                </a:p>
              </p:txBody>
            </p:sp>
          </p:grpSp>
        </p:grpSp>
      </p:grp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EED4D456-BA18-7B2B-6B10-28B11A79BF3D}"/>
              </a:ext>
            </a:extLst>
          </p:cNvPr>
          <p:cNvGrpSpPr/>
          <p:nvPr/>
        </p:nvGrpSpPr>
        <p:grpSpPr>
          <a:xfrm>
            <a:off x="2470735" y="1982112"/>
            <a:ext cx="538759" cy="2587154"/>
            <a:chOff x="5829570" y="2744755"/>
            <a:chExt cx="538759" cy="2587154"/>
          </a:xfrm>
        </p:grpSpPr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521CD38A-2B38-137A-AA92-1EFA277ECC37}"/>
                </a:ext>
              </a:extLst>
            </p:cNvPr>
            <p:cNvGrpSpPr/>
            <p:nvPr/>
          </p:nvGrpSpPr>
          <p:grpSpPr>
            <a:xfrm>
              <a:off x="5829570" y="2744755"/>
              <a:ext cx="532149" cy="1320577"/>
              <a:chOff x="5829570" y="2744755"/>
              <a:chExt cx="532149" cy="1320577"/>
            </a:xfrm>
          </p:grpSpPr>
          <p:grpSp>
            <p:nvGrpSpPr>
              <p:cNvPr id="150" name="Agrupar 149">
                <a:extLst>
                  <a:ext uri="{FF2B5EF4-FFF2-40B4-BE49-F238E27FC236}">
                    <a16:creationId xmlns:a16="http://schemas.microsoft.com/office/drawing/2014/main" id="{0357256D-F31B-309C-68A1-0BDE60470EE7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63F03162-05C9-2AF4-B5B7-28E058A757AD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" name="CaixaDeTexto 160">
                  <a:extLst>
                    <a:ext uri="{FF2B5EF4-FFF2-40B4-BE49-F238E27FC236}">
                      <a16:creationId xmlns:a16="http://schemas.microsoft.com/office/drawing/2014/main" id="{53687054-327C-9C14-FC84-6E1B9971589D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p:grpSp>
            <p:nvGrpSpPr>
              <p:cNvPr id="151" name="Agrupar 150">
                <a:extLst>
                  <a:ext uri="{FF2B5EF4-FFF2-40B4-BE49-F238E27FC236}">
                    <a16:creationId xmlns:a16="http://schemas.microsoft.com/office/drawing/2014/main" id="{D4E66265-3C37-93A6-8A79-C6DC84A52FA2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E9F89BD6-E4DD-1B04-8077-2ABA54186A60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" name="CaixaDeTexto 158">
                  <a:extLst>
                    <a:ext uri="{FF2B5EF4-FFF2-40B4-BE49-F238E27FC236}">
                      <a16:creationId xmlns:a16="http://schemas.microsoft.com/office/drawing/2014/main" id="{8E97C15C-8942-5D9D-AA16-B1069D86F72A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001</a:t>
                  </a:r>
                </a:p>
              </p:txBody>
            </p:sp>
          </p:grpSp>
          <p:grpSp>
            <p:nvGrpSpPr>
              <p:cNvPr id="152" name="Agrupar 151">
                <a:extLst>
                  <a:ext uri="{FF2B5EF4-FFF2-40B4-BE49-F238E27FC236}">
                    <a16:creationId xmlns:a16="http://schemas.microsoft.com/office/drawing/2014/main" id="{B691F5FD-7CFF-4D0E-4781-5E2520E0A247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1AC7B559-3DA8-3449-8517-A46F193C4F4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" name="CaixaDeTexto 156">
                  <a:extLst>
                    <a:ext uri="{FF2B5EF4-FFF2-40B4-BE49-F238E27FC236}">
                      <a16:creationId xmlns:a16="http://schemas.microsoft.com/office/drawing/2014/main" id="{0F2BF857-689C-8856-E5E5-423CDBD3226F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010</a:t>
                  </a:r>
                </a:p>
              </p:txBody>
            </p:sp>
          </p:grpSp>
          <p:grpSp>
            <p:nvGrpSpPr>
              <p:cNvPr id="153" name="Agrupar 152">
                <a:extLst>
                  <a:ext uri="{FF2B5EF4-FFF2-40B4-BE49-F238E27FC236}">
                    <a16:creationId xmlns:a16="http://schemas.microsoft.com/office/drawing/2014/main" id="{E5660BD2-D483-1E4B-6DD3-2FDDAD44050E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505054FC-205F-C1BF-069C-97E5AC54EF85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5" name="CaixaDeTexto 154">
                  <a:extLst>
                    <a:ext uri="{FF2B5EF4-FFF2-40B4-BE49-F238E27FC236}">
                      <a16:creationId xmlns:a16="http://schemas.microsoft.com/office/drawing/2014/main" id="{4A68781C-50B3-11B9-EB4C-B17EDD5D4FE7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011</a:t>
                  </a:r>
                </a:p>
              </p:txBody>
            </p:sp>
          </p:grpSp>
        </p:grpSp>
        <p:grpSp>
          <p:nvGrpSpPr>
            <p:cNvPr id="137" name="Agrupar 136">
              <a:extLst>
                <a:ext uri="{FF2B5EF4-FFF2-40B4-BE49-F238E27FC236}">
                  <a16:creationId xmlns:a16="http://schemas.microsoft.com/office/drawing/2014/main" id="{54C16F7B-8C52-B9A2-4EE2-6B483D4F57D8}"/>
                </a:ext>
              </a:extLst>
            </p:cNvPr>
            <p:cNvGrpSpPr/>
            <p:nvPr/>
          </p:nvGrpSpPr>
          <p:grpSpPr>
            <a:xfrm>
              <a:off x="5836180" y="4011332"/>
              <a:ext cx="532149" cy="1320577"/>
              <a:chOff x="5829570" y="2744755"/>
              <a:chExt cx="532149" cy="1320577"/>
            </a:xfrm>
          </p:grpSpPr>
          <p:grpSp>
            <p:nvGrpSpPr>
              <p:cNvPr id="138" name="Agrupar 137">
                <a:extLst>
                  <a:ext uri="{FF2B5EF4-FFF2-40B4-BE49-F238E27FC236}">
                    <a16:creationId xmlns:a16="http://schemas.microsoft.com/office/drawing/2014/main" id="{63E1B874-FDB5-B299-50F9-D15CFE50856B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348109F7-972A-9C53-1EEA-E8551C36EC5B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" name="CaixaDeTexto 148">
                  <a:extLst>
                    <a:ext uri="{FF2B5EF4-FFF2-40B4-BE49-F238E27FC236}">
                      <a16:creationId xmlns:a16="http://schemas.microsoft.com/office/drawing/2014/main" id="{013BC12F-9B6A-3699-2638-78CD2679042D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100</a:t>
                  </a:r>
                </a:p>
              </p:txBody>
            </p:sp>
          </p:grpSp>
          <p:grpSp>
            <p:nvGrpSpPr>
              <p:cNvPr id="139" name="Agrupar 138">
                <a:extLst>
                  <a:ext uri="{FF2B5EF4-FFF2-40B4-BE49-F238E27FC236}">
                    <a16:creationId xmlns:a16="http://schemas.microsoft.com/office/drawing/2014/main" id="{7FEBDD68-7591-52FD-5C0C-FE70FAD22D4C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2411E2C1-D553-ECB4-23BC-F180B3FD0ACB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" name="CaixaDeTexto 146">
                  <a:extLst>
                    <a:ext uri="{FF2B5EF4-FFF2-40B4-BE49-F238E27FC236}">
                      <a16:creationId xmlns:a16="http://schemas.microsoft.com/office/drawing/2014/main" id="{E3ADBF52-F706-6FAE-49CC-E78E452A1707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101</a:t>
                  </a:r>
                </a:p>
              </p:txBody>
            </p:sp>
          </p:grpSp>
          <p:grpSp>
            <p:nvGrpSpPr>
              <p:cNvPr id="140" name="Agrupar 139">
                <a:extLst>
                  <a:ext uri="{FF2B5EF4-FFF2-40B4-BE49-F238E27FC236}">
                    <a16:creationId xmlns:a16="http://schemas.microsoft.com/office/drawing/2014/main" id="{C70DCFDF-0F4F-9BA1-88CA-14B8FD7A3353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94462A61-DEAA-18B0-9BFC-C4A18F44CA5D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5" name="CaixaDeTexto 144">
                  <a:extLst>
                    <a:ext uri="{FF2B5EF4-FFF2-40B4-BE49-F238E27FC236}">
                      <a16:creationId xmlns:a16="http://schemas.microsoft.com/office/drawing/2014/main" id="{9D40EDE6-DC91-D4D4-22F2-C784E3DB8593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110</a:t>
                  </a:r>
                </a:p>
              </p:txBody>
            </p:sp>
          </p:grpSp>
          <p:grpSp>
            <p:nvGrpSpPr>
              <p:cNvPr id="141" name="Agrupar 140">
                <a:extLst>
                  <a:ext uri="{FF2B5EF4-FFF2-40B4-BE49-F238E27FC236}">
                    <a16:creationId xmlns:a16="http://schemas.microsoft.com/office/drawing/2014/main" id="{ECAADEFF-2C96-2EF6-1201-0487B2A260A4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BE9FD4C5-5D1F-6324-E8E7-3BC1CCC1CFC1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3" name="CaixaDeTexto 142">
                  <a:extLst>
                    <a:ext uri="{FF2B5EF4-FFF2-40B4-BE49-F238E27FC236}">
                      <a16:creationId xmlns:a16="http://schemas.microsoft.com/office/drawing/2014/main" id="{D86391F4-BACD-415D-B861-035A5712D10E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111</a:t>
                  </a:r>
                </a:p>
              </p:txBody>
            </p:sp>
          </p:grpSp>
        </p:grpSp>
      </p:grp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4722A4B2-0569-4026-C49D-F66B57E43188}"/>
              </a:ext>
            </a:extLst>
          </p:cNvPr>
          <p:cNvGrpSpPr/>
          <p:nvPr/>
        </p:nvGrpSpPr>
        <p:grpSpPr>
          <a:xfrm>
            <a:off x="3468529" y="1982112"/>
            <a:ext cx="531439" cy="361777"/>
            <a:chOff x="5419646" y="4385129"/>
            <a:chExt cx="531439" cy="361777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D16B379E-BDDF-BC98-2740-14F90E6BED25}"/>
                </a:ext>
              </a:extLst>
            </p:cNvPr>
            <p:cNvSpPr/>
            <p:nvPr/>
          </p:nvSpPr>
          <p:spPr>
            <a:xfrm>
              <a:off x="5631366" y="4638906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" name="CaixaDeTexto 187">
              <a:extLst>
                <a:ext uri="{FF2B5EF4-FFF2-40B4-BE49-F238E27FC236}">
                  <a16:creationId xmlns:a16="http://schemas.microsoft.com/office/drawing/2014/main" id="{8D5EDBBC-02B0-697E-3492-E52F5396E853}"/>
                </a:ext>
              </a:extLst>
            </p:cNvPr>
            <p:cNvSpPr txBox="1"/>
            <p:nvPr/>
          </p:nvSpPr>
          <p:spPr>
            <a:xfrm>
              <a:off x="5419646" y="4385129"/>
              <a:ext cx="5314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32914813-7BEA-D8A7-9138-6143748C6B15}"/>
                  </a:ext>
                </a:extLst>
              </p:cNvPr>
              <p:cNvSpPr txBox="1"/>
              <p:nvPr/>
            </p:nvSpPr>
            <p:spPr>
              <a:xfrm>
                <a:off x="4394252" y="3005673"/>
                <a:ext cx="6549655" cy="836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1" name="CaixaDeTexto 190">
                <a:extLst>
                  <a:ext uri="{FF2B5EF4-FFF2-40B4-BE49-F238E27FC236}">
                    <a16:creationId xmlns:a16="http://schemas.microsoft.com/office/drawing/2014/main" id="{32914813-7BEA-D8A7-9138-6143748C6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52" y="3005673"/>
                <a:ext cx="6549655" cy="836511"/>
              </a:xfrm>
              <a:prstGeom prst="rect">
                <a:avLst/>
              </a:prstGeom>
              <a:blipFill>
                <a:blip r:embed="rId11"/>
                <a:stretch>
                  <a:fillRect l="-1938" t="-153731" r="-5039" b="-229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CaixaDeTexto 192">
                <a:extLst>
                  <a:ext uri="{FF2B5EF4-FFF2-40B4-BE49-F238E27FC236}">
                    <a16:creationId xmlns:a16="http://schemas.microsoft.com/office/drawing/2014/main" id="{311F29AD-8F4F-1374-D16E-53B522258B93}"/>
                  </a:ext>
                </a:extLst>
              </p:cNvPr>
              <p:cNvSpPr txBox="1"/>
              <p:nvPr/>
            </p:nvSpPr>
            <p:spPr>
              <a:xfrm>
                <a:off x="4394252" y="4267121"/>
                <a:ext cx="7049505" cy="9310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"/>
                                          <m:endChr m:val="|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"/>
                                      <m:endChr m:val="⟩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d>
                                    <m:d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5"/>
                                            </m:r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  <m:sup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d>
                                            <m:dPr>
                                              <m:begChr m:val="⟨"/>
                                              <m:endChr m:val=""/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"/>
                                                  <m:endChr m:val="|"/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𝑙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"/>
                                              <m:endChr m:val="⟩"/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𝑙</m:t>
                                                      </m:r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nary>
                                    </m:e>
                                  </m:d>
                                  <m:d>
                                    <m:dPr>
                                      <m:begChr m:val="⟨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"/>
                                          <m:endChr m:val="|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sSub>
                                    <m:sSub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"/>
                                      <m:endChr m:val="⟩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"/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3" name="CaixaDeTexto 192">
                <a:extLst>
                  <a:ext uri="{FF2B5EF4-FFF2-40B4-BE49-F238E27FC236}">
                    <a16:creationId xmlns:a16="http://schemas.microsoft.com/office/drawing/2014/main" id="{311F29AD-8F4F-1374-D16E-53B522258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52" y="4267121"/>
                <a:ext cx="7049505" cy="931089"/>
              </a:xfrm>
              <a:prstGeom prst="rect">
                <a:avLst/>
              </a:prstGeom>
              <a:blipFill>
                <a:blip r:embed="rId12"/>
                <a:stretch>
                  <a:fillRect l="-7748" t="-104054" r="-2342" b="-15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haveta à Direita 15">
            <a:extLst>
              <a:ext uri="{FF2B5EF4-FFF2-40B4-BE49-F238E27FC236}">
                <a16:creationId xmlns:a16="http://schemas.microsoft.com/office/drawing/2014/main" id="{551A1628-DAA0-735F-54BF-E7875241DB01}"/>
              </a:ext>
            </a:extLst>
          </p:cNvPr>
          <p:cNvSpPr/>
          <p:nvPr/>
        </p:nvSpPr>
        <p:spPr>
          <a:xfrm rot="5400000">
            <a:off x="8728298" y="3094717"/>
            <a:ext cx="204975" cy="492410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CD74DB4E-A148-ABFF-3978-DA5974934260}"/>
                  </a:ext>
                </a:extLst>
              </p:cNvPr>
              <p:cNvSpPr txBox="1"/>
              <p:nvPr/>
            </p:nvSpPr>
            <p:spPr>
              <a:xfrm>
                <a:off x="6386323" y="5737214"/>
                <a:ext cx="4924109" cy="439736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bg1"/>
                    </a:solidFill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path:</a:t>
                </a:r>
                <a:r>
                  <a:rPr lang="en-GB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pt-PT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pt-P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pt-PT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pt-PT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pt-PT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pt-PT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CD74DB4E-A148-ABFF-3978-DA5974934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323" y="5737214"/>
                <a:ext cx="4924109" cy="439736"/>
              </a:xfrm>
              <a:prstGeom prst="rect">
                <a:avLst/>
              </a:prstGeom>
              <a:blipFill>
                <a:blip r:embed="rId13"/>
                <a:stretch>
                  <a:fillRect l="-1546" t="-150000" r="-5670" b="-2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5A7A6BBD-D180-C576-163C-3A28314E1A72}"/>
                  </a:ext>
                </a:extLst>
              </p:cNvPr>
              <p:cNvSpPr txBox="1"/>
              <p:nvPr/>
            </p:nvSpPr>
            <p:spPr>
              <a:xfrm>
                <a:off x="1391737" y="1626421"/>
                <a:ext cx="740249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5A7A6BBD-D180-C576-163C-3A28314E1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737" y="1626421"/>
                <a:ext cx="740249" cy="404983"/>
              </a:xfrm>
              <a:prstGeom prst="rect">
                <a:avLst/>
              </a:prstGeom>
              <a:blipFill>
                <a:blip r:embed="rId16"/>
                <a:stretch>
                  <a:fillRect l="-49153" t="-153125" r="-38983" b="-2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921CE0B0-FED3-4E70-F908-429439301473}"/>
                  </a:ext>
                </a:extLst>
              </p:cNvPr>
              <p:cNvSpPr txBox="1"/>
              <p:nvPr/>
            </p:nvSpPr>
            <p:spPr>
              <a:xfrm>
                <a:off x="2305889" y="1639630"/>
                <a:ext cx="740249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P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921CE0B0-FED3-4E70-F908-429439301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889" y="1639630"/>
                <a:ext cx="740249" cy="404983"/>
              </a:xfrm>
              <a:prstGeom prst="rect">
                <a:avLst/>
              </a:prstGeom>
              <a:blipFill>
                <a:blip r:embed="rId17"/>
                <a:stretch>
                  <a:fillRect l="-48333" t="-153125" r="-36667" b="-2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2AD43E30-AC9A-8545-9C29-6D7C007B9AEB}"/>
                  </a:ext>
                </a:extLst>
              </p:cNvPr>
              <p:cNvSpPr txBox="1"/>
              <p:nvPr/>
            </p:nvSpPr>
            <p:spPr>
              <a:xfrm>
                <a:off x="8862243" y="2031404"/>
                <a:ext cx="2340277" cy="751616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pt-PT" sz="2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PT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pt-PT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PT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GB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GB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pt-PT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pt-PT" sz="20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2AD43E30-AC9A-8545-9C29-6D7C007B9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43" y="2031404"/>
                <a:ext cx="2340277" cy="751616"/>
              </a:xfrm>
              <a:prstGeom prst="rect">
                <a:avLst/>
              </a:prstGeom>
              <a:blipFill>
                <a:blip r:embed="rId18"/>
                <a:stretch>
                  <a:fillRect l="-11828" t="-132787" r="-4839" b="-20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Agrupar 43">
            <a:extLst>
              <a:ext uri="{FF2B5EF4-FFF2-40B4-BE49-F238E27FC236}">
                <a16:creationId xmlns:a16="http://schemas.microsoft.com/office/drawing/2014/main" id="{384C6544-E361-AF33-050B-A133CCF0E294}"/>
              </a:ext>
            </a:extLst>
          </p:cNvPr>
          <p:cNvGrpSpPr/>
          <p:nvPr/>
        </p:nvGrpSpPr>
        <p:grpSpPr>
          <a:xfrm>
            <a:off x="6868073" y="1946762"/>
            <a:ext cx="1994170" cy="460451"/>
            <a:chOff x="6868073" y="1946762"/>
            <a:chExt cx="1994170" cy="460451"/>
          </a:xfrm>
        </p:grpSpPr>
        <p:cxnSp>
          <p:nvCxnSpPr>
            <p:cNvPr id="30" name="Conexão Curva 29">
              <a:extLst>
                <a:ext uri="{FF2B5EF4-FFF2-40B4-BE49-F238E27FC236}">
                  <a16:creationId xmlns:a16="http://schemas.microsoft.com/office/drawing/2014/main" id="{D2CA8EAA-6157-28B9-1844-B627E983AD7E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rot="10800000">
              <a:off x="6868073" y="1946762"/>
              <a:ext cx="1994170" cy="460451"/>
            </a:xfrm>
            <a:prstGeom prst="curvedConnector3">
              <a:avLst>
                <a:gd name="adj1" fmla="val 101658"/>
              </a:avLst>
            </a:prstGeom>
            <a:ln w="28575">
              <a:solidFill>
                <a:srgbClr val="54595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xão Curva 37">
              <a:extLst>
                <a:ext uri="{FF2B5EF4-FFF2-40B4-BE49-F238E27FC236}">
                  <a16:creationId xmlns:a16="http://schemas.microsoft.com/office/drawing/2014/main" id="{9A9B92E3-9940-4950-65A4-03B0FC560C32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rot="10800000">
              <a:off x="7164729" y="1966796"/>
              <a:ext cx="1697514" cy="440416"/>
            </a:xfrm>
            <a:prstGeom prst="curvedConnector3">
              <a:avLst>
                <a:gd name="adj1" fmla="val 100458"/>
              </a:avLst>
            </a:prstGeom>
            <a:ln w="28575">
              <a:solidFill>
                <a:srgbClr val="54595E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24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  <p:bldP spid="193" grpId="0"/>
      <p:bldP spid="16" grpId="0" animBg="1"/>
      <p:bldP spid="17" grpId="0" animBg="1"/>
      <p:bldP spid="27" grpId="0"/>
      <p:bldP spid="29" grpId="0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6CA8E-AE19-E4D2-03F8-3F34D18A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50314DA9-AA55-C956-7564-A0A5AA4EED4E}"/>
              </a:ext>
            </a:extLst>
          </p:cNvPr>
          <p:cNvGrpSpPr/>
          <p:nvPr/>
        </p:nvGrpSpPr>
        <p:grpSpPr>
          <a:xfrm>
            <a:off x="796995" y="2289889"/>
            <a:ext cx="2899070" cy="2272025"/>
            <a:chOff x="796995" y="2289889"/>
            <a:chExt cx="2899070" cy="2272025"/>
          </a:xfrm>
        </p:grpSpPr>
        <p:grpSp>
          <p:nvGrpSpPr>
            <p:cNvPr id="238" name="Agrupar 237">
              <a:extLst>
                <a:ext uri="{FF2B5EF4-FFF2-40B4-BE49-F238E27FC236}">
                  <a16:creationId xmlns:a16="http://schemas.microsoft.com/office/drawing/2014/main" id="{90AC4A0E-98DF-AFF7-6520-6E3340976C6A}"/>
                </a:ext>
              </a:extLst>
            </p:cNvPr>
            <p:cNvGrpSpPr/>
            <p:nvPr/>
          </p:nvGrpSpPr>
          <p:grpSpPr>
            <a:xfrm>
              <a:off x="796995" y="2289889"/>
              <a:ext cx="2899070" cy="2263561"/>
              <a:chOff x="796995" y="2289889"/>
              <a:chExt cx="2899070" cy="2263561"/>
            </a:xfrm>
          </p:grpSpPr>
          <p:grpSp>
            <p:nvGrpSpPr>
              <p:cNvPr id="234" name="Agrupar 233">
                <a:extLst>
                  <a:ext uri="{FF2B5EF4-FFF2-40B4-BE49-F238E27FC236}">
                    <a16:creationId xmlns:a16="http://schemas.microsoft.com/office/drawing/2014/main" id="{D1237130-15BC-96CF-71AE-A93BF00A8912}"/>
                  </a:ext>
                </a:extLst>
              </p:cNvPr>
              <p:cNvGrpSpPr/>
              <p:nvPr/>
            </p:nvGrpSpPr>
            <p:grpSpPr>
              <a:xfrm>
                <a:off x="796995" y="2289889"/>
                <a:ext cx="2899070" cy="2263561"/>
                <a:chOff x="796995" y="2289889"/>
                <a:chExt cx="2899070" cy="2263561"/>
              </a:xfrm>
            </p:grpSpPr>
            <p:grpSp>
              <p:nvGrpSpPr>
                <p:cNvPr id="230" name="Agrupar 229">
                  <a:extLst>
                    <a:ext uri="{FF2B5EF4-FFF2-40B4-BE49-F238E27FC236}">
                      <a16:creationId xmlns:a16="http://schemas.microsoft.com/office/drawing/2014/main" id="{DB4DDEE1-C5E8-6BD1-BC8F-2BD5B4BF03CC}"/>
                    </a:ext>
                  </a:extLst>
                </p:cNvPr>
                <p:cNvGrpSpPr/>
                <p:nvPr/>
              </p:nvGrpSpPr>
              <p:grpSpPr>
                <a:xfrm>
                  <a:off x="796995" y="2289889"/>
                  <a:ext cx="2899070" cy="2263561"/>
                  <a:chOff x="796995" y="2289889"/>
                  <a:chExt cx="2899070" cy="2263561"/>
                </a:xfrm>
              </p:grpSpPr>
              <p:cxnSp>
                <p:nvCxnSpPr>
                  <p:cNvPr id="73" name="Conexão Reta Unidirecional 72">
                    <a:extLst>
                      <a:ext uri="{FF2B5EF4-FFF2-40B4-BE49-F238E27FC236}">
                        <a16:creationId xmlns:a16="http://schemas.microsoft.com/office/drawing/2014/main" id="{717EA1C8-FD5C-1F3A-D93B-4D6E7C9E40AF}"/>
                      </a:ext>
                    </a:extLst>
                  </p:cNvPr>
                  <p:cNvCxnSpPr>
                    <a:cxnSpLocks/>
                    <a:stCxn id="14" idx="6"/>
                    <a:endCxn id="115" idx="3"/>
                  </p:cNvCxnSpPr>
                  <p:nvPr/>
                </p:nvCxnSpPr>
                <p:spPr>
                  <a:xfrm>
                    <a:off x="796995" y="2289889"/>
                    <a:ext cx="910801" cy="2263561"/>
                  </a:xfrm>
                  <a:prstGeom prst="straightConnector1">
                    <a:avLst/>
                  </a:prstGeom>
                  <a:ln w="38100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29" name="Agrupar 228">
                    <a:extLst>
                      <a:ext uri="{FF2B5EF4-FFF2-40B4-BE49-F238E27FC236}">
                        <a16:creationId xmlns:a16="http://schemas.microsoft.com/office/drawing/2014/main" id="{278F6BF5-B75F-9F6B-F8AD-4B1B255C2E4E}"/>
                      </a:ext>
                    </a:extLst>
                  </p:cNvPr>
                  <p:cNvGrpSpPr/>
                  <p:nvPr/>
                </p:nvGrpSpPr>
                <p:grpSpPr>
                  <a:xfrm>
                    <a:off x="796995" y="2289889"/>
                    <a:ext cx="2899070" cy="2232059"/>
                    <a:chOff x="796995" y="2289889"/>
                    <a:chExt cx="2899070" cy="2232059"/>
                  </a:xfrm>
                </p:grpSpPr>
                <p:grpSp>
                  <p:nvGrpSpPr>
                    <p:cNvPr id="178" name="Agrupar 177">
                      <a:extLst>
                        <a:ext uri="{FF2B5EF4-FFF2-40B4-BE49-F238E27FC236}">
                          <a16:creationId xmlns:a16="http://schemas.microsoft.com/office/drawing/2014/main" id="{DC225C83-7A4C-A2D7-A007-E15D2D1149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43065" y="2289889"/>
                      <a:ext cx="953000" cy="2225377"/>
                      <a:chOff x="2743065" y="2289889"/>
                      <a:chExt cx="953000" cy="2225377"/>
                    </a:xfrm>
                  </p:grpSpPr>
                  <p:cxnSp>
                    <p:nvCxnSpPr>
                      <p:cNvPr id="87" name="Conexão Reta Unidirecional 86">
                        <a:extLst>
                          <a:ext uri="{FF2B5EF4-FFF2-40B4-BE49-F238E27FC236}">
                            <a16:creationId xmlns:a16="http://schemas.microsoft.com/office/drawing/2014/main" id="{521A0553-AB06-17EA-85D2-0ABA61CB1A63}"/>
                          </a:ext>
                        </a:extLst>
                      </p:cNvPr>
                      <p:cNvCxnSpPr>
                        <a:cxnSpLocks/>
                        <a:stCxn id="149" idx="0"/>
                        <a:endCxn id="187" idx="2"/>
                      </p:cNvCxnSpPr>
                      <p:nvPr/>
                    </p:nvCxnSpPr>
                    <p:spPr>
                      <a:xfrm flipV="1">
                        <a:off x="2743775" y="2289889"/>
                        <a:ext cx="936474" cy="958800"/>
                      </a:xfrm>
                      <a:prstGeom prst="straightConnector1">
                        <a:avLst/>
                      </a:prstGeom>
                      <a:ln w="28575">
                        <a:solidFill>
                          <a:srgbClr val="FFC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Conexão Reta Unidirecional 85">
                        <a:extLst>
                          <a:ext uri="{FF2B5EF4-FFF2-40B4-BE49-F238E27FC236}">
                            <a16:creationId xmlns:a16="http://schemas.microsoft.com/office/drawing/2014/main" id="{C6001DC2-247F-7877-A044-027BA09C893E}"/>
                          </a:ext>
                        </a:extLst>
                      </p:cNvPr>
                      <p:cNvCxnSpPr>
                        <a:cxnSpLocks/>
                        <a:stCxn id="156" idx="6"/>
                        <a:endCxn id="187" idx="2"/>
                      </p:cNvCxnSpPr>
                      <p:nvPr/>
                    </p:nvCxnSpPr>
                    <p:spPr>
                      <a:xfrm flipV="1">
                        <a:off x="2790455" y="2289889"/>
                        <a:ext cx="889794" cy="638045"/>
                      </a:xfrm>
                      <a:prstGeom prst="straightConnector1">
                        <a:avLst/>
                      </a:prstGeom>
                      <a:ln w="28575">
                        <a:solidFill>
                          <a:srgbClr val="FFC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Conexão Reta Unidirecional 87">
                        <a:extLst>
                          <a:ext uri="{FF2B5EF4-FFF2-40B4-BE49-F238E27FC236}">
                            <a16:creationId xmlns:a16="http://schemas.microsoft.com/office/drawing/2014/main" id="{575FF72A-D1B0-C780-816E-77FBC9DEB95C}"/>
                          </a:ext>
                        </a:extLst>
                      </p:cNvPr>
                      <p:cNvCxnSpPr>
                        <a:cxnSpLocks/>
                        <a:stCxn id="148" idx="6"/>
                        <a:endCxn id="187" idx="2"/>
                      </p:cNvCxnSpPr>
                      <p:nvPr/>
                    </p:nvCxnSpPr>
                    <p:spPr>
                      <a:xfrm flipV="1">
                        <a:off x="2797775" y="2289889"/>
                        <a:ext cx="882474" cy="1266577"/>
                      </a:xfrm>
                      <a:prstGeom prst="straightConnector1">
                        <a:avLst/>
                      </a:prstGeom>
                      <a:ln w="28575">
                        <a:solidFill>
                          <a:srgbClr val="FFC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Conexão Reta Unidirecional 88">
                        <a:extLst>
                          <a:ext uri="{FF2B5EF4-FFF2-40B4-BE49-F238E27FC236}">
                            <a16:creationId xmlns:a16="http://schemas.microsoft.com/office/drawing/2014/main" id="{2D093260-F165-47EE-E715-90152913102B}"/>
                          </a:ext>
                        </a:extLst>
                      </p:cNvPr>
                      <p:cNvCxnSpPr>
                        <a:cxnSpLocks/>
                        <a:stCxn id="145" idx="0"/>
                        <a:endCxn id="187" idx="3"/>
                      </p:cNvCxnSpPr>
                      <p:nvPr/>
                    </p:nvCxnSpPr>
                    <p:spPr>
                      <a:xfrm flipV="1">
                        <a:off x="2743065" y="2328073"/>
                        <a:ext cx="953000" cy="1558661"/>
                      </a:xfrm>
                      <a:prstGeom prst="straightConnector1">
                        <a:avLst/>
                      </a:prstGeom>
                      <a:ln w="28575">
                        <a:solidFill>
                          <a:srgbClr val="FFC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7" name="Conexão Reta Unidirecional 106">
                        <a:extLst>
                          <a:ext uri="{FF2B5EF4-FFF2-40B4-BE49-F238E27FC236}">
                            <a16:creationId xmlns:a16="http://schemas.microsoft.com/office/drawing/2014/main" id="{D98774AC-E69A-D801-7035-C96B6DDA899F}"/>
                          </a:ext>
                        </a:extLst>
                      </p:cNvPr>
                      <p:cNvCxnSpPr>
                        <a:cxnSpLocks/>
                        <a:stCxn id="144" idx="6"/>
                        <a:endCxn id="187" idx="2"/>
                      </p:cNvCxnSpPr>
                      <p:nvPr/>
                    </p:nvCxnSpPr>
                    <p:spPr>
                      <a:xfrm flipV="1">
                        <a:off x="2797065" y="2289889"/>
                        <a:ext cx="883184" cy="1904622"/>
                      </a:xfrm>
                      <a:prstGeom prst="straightConnector1">
                        <a:avLst/>
                      </a:prstGeom>
                      <a:ln w="28575">
                        <a:solidFill>
                          <a:srgbClr val="FFC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2" name="Conexão Reta Unidirecional 161">
                        <a:extLst>
                          <a:ext uri="{FF2B5EF4-FFF2-40B4-BE49-F238E27FC236}">
                            <a16:creationId xmlns:a16="http://schemas.microsoft.com/office/drawing/2014/main" id="{7D143559-CDB6-003F-4A89-A716970DFC0C}"/>
                          </a:ext>
                        </a:extLst>
                      </p:cNvPr>
                      <p:cNvCxnSpPr>
                        <a:cxnSpLocks/>
                        <a:stCxn id="142" idx="6"/>
                        <a:endCxn id="187" idx="2"/>
                      </p:cNvCxnSpPr>
                      <p:nvPr/>
                    </p:nvCxnSpPr>
                    <p:spPr>
                      <a:xfrm flipV="1">
                        <a:off x="2797065" y="2289889"/>
                        <a:ext cx="883184" cy="2225377"/>
                      </a:xfrm>
                      <a:prstGeom prst="straightConnector1">
                        <a:avLst/>
                      </a:prstGeom>
                      <a:ln w="28575">
                        <a:solidFill>
                          <a:srgbClr val="FFC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28" name="Agrupar 227">
                      <a:extLst>
                        <a:ext uri="{FF2B5EF4-FFF2-40B4-BE49-F238E27FC236}">
                          <a16:creationId xmlns:a16="http://schemas.microsoft.com/office/drawing/2014/main" id="{4DA556B6-EC2F-DA43-8A60-984BA1B75C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6995" y="2289889"/>
                      <a:ext cx="1966605" cy="2232059"/>
                      <a:chOff x="796995" y="2289889"/>
                      <a:chExt cx="1966605" cy="2232059"/>
                    </a:xfrm>
                  </p:grpSpPr>
                  <p:grpSp>
                    <p:nvGrpSpPr>
                      <p:cNvPr id="227" name="Agrupar 226">
                        <a:extLst>
                          <a:ext uri="{FF2B5EF4-FFF2-40B4-BE49-F238E27FC236}">
                            <a16:creationId xmlns:a16="http://schemas.microsoft.com/office/drawing/2014/main" id="{33BD3688-10EC-BAA1-CB13-6AD34DD8F06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51929" y="2294547"/>
                        <a:ext cx="1011671" cy="2227401"/>
                        <a:chOff x="1751929" y="2294547"/>
                        <a:chExt cx="1011671" cy="2227401"/>
                      </a:xfrm>
                    </p:grpSpPr>
                    <p:grpSp>
                      <p:nvGrpSpPr>
                        <p:cNvPr id="226" name="Agrupar 225">
                          <a:extLst>
                            <a:ext uri="{FF2B5EF4-FFF2-40B4-BE49-F238E27FC236}">
                              <a16:creationId xmlns:a16="http://schemas.microsoft.com/office/drawing/2014/main" id="{C5C9013A-C3BC-30BD-581B-8156A4D23E9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51929" y="2294547"/>
                          <a:ext cx="1011671" cy="2227401"/>
                          <a:chOff x="1751929" y="2294547"/>
                          <a:chExt cx="1011671" cy="2227401"/>
                        </a:xfrm>
                      </p:grpSpPr>
                      <p:grpSp>
                        <p:nvGrpSpPr>
                          <p:cNvPr id="218" name="Agrupar 217">
                            <a:extLst>
                              <a:ext uri="{FF2B5EF4-FFF2-40B4-BE49-F238E27FC236}">
                                <a16:creationId xmlns:a16="http://schemas.microsoft.com/office/drawing/2014/main" id="{D59DC1F9-8069-B3EF-24B4-5388CD675DB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61861" y="2294547"/>
                            <a:ext cx="953000" cy="2225377"/>
                            <a:chOff x="2743065" y="2289889"/>
                            <a:chExt cx="953000" cy="2225377"/>
                          </a:xfrm>
                        </p:grpSpPr>
                        <p:cxnSp>
                          <p:nvCxnSpPr>
                            <p:cNvPr id="219" name="Conexão Reta Unidirecional 218">
                              <a:extLst>
                                <a:ext uri="{FF2B5EF4-FFF2-40B4-BE49-F238E27FC236}">
                                  <a16:creationId xmlns:a16="http://schemas.microsoft.com/office/drawing/2014/main" id="{A625A137-F707-9D9A-1F5D-675B75EF156C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2743775" y="2289889"/>
                              <a:ext cx="936474" cy="95880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20" name="Conexão Reta Unidirecional 219">
                              <a:extLst>
                                <a:ext uri="{FF2B5EF4-FFF2-40B4-BE49-F238E27FC236}">
                                  <a16:creationId xmlns:a16="http://schemas.microsoft.com/office/drawing/2014/main" id="{82B8C806-6C8E-03B9-1F37-8E9EC83AD406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2791165" y="2289889"/>
                              <a:ext cx="889084" cy="322468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21" name="Conexão Reta Unidirecional 220">
                              <a:extLst>
                                <a:ext uri="{FF2B5EF4-FFF2-40B4-BE49-F238E27FC236}">
                                  <a16:creationId xmlns:a16="http://schemas.microsoft.com/office/drawing/2014/main" id="{D920EF0D-4DF2-84D2-2C3B-ADA239E831EA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2790455" y="2289889"/>
                              <a:ext cx="889794" cy="638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22" name="Conexão Reta Unidirecional 221">
                              <a:extLst>
                                <a:ext uri="{FF2B5EF4-FFF2-40B4-BE49-F238E27FC236}">
                                  <a16:creationId xmlns:a16="http://schemas.microsoft.com/office/drawing/2014/main" id="{A85EBCCB-EC4E-480C-7BA3-BAE09CACE886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2797775" y="2289889"/>
                              <a:ext cx="882474" cy="1266577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23" name="Conexão Reta Unidirecional 222">
                              <a:extLst>
                                <a:ext uri="{FF2B5EF4-FFF2-40B4-BE49-F238E27FC236}">
                                  <a16:creationId xmlns:a16="http://schemas.microsoft.com/office/drawing/2014/main" id="{81515DEC-5D24-D2EC-6E77-976900CE2AF7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2743065" y="2328073"/>
                              <a:ext cx="953000" cy="1558661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24" name="Conexão Reta Unidirecional 223">
                              <a:extLst>
                                <a:ext uri="{FF2B5EF4-FFF2-40B4-BE49-F238E27FC236}">
                                  <a16:creationId xmlns:a16="http://schemas.microsoft.com/office/drawing/2014/main" id="{F47F2967-D17E-B9E0-7F34-5561C15C7BB8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2797065" y="2289889"/>
                              <a:ext cx="883184" cy="1904622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25" name="Conexão Reta Unidirecional 224">
                              <a:extLst>
                                <a:ext uri="{FF2B5EF4-FFF2-40B4-BE49-F238E27FC236}">
                                  <a16:creationId xmlns:a16="http://schemas.microsoft.com/office/drawing/2014/main" id="{1284B9C0-2E12-4CED-6028-CE73F6EB77B0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2797065" y="2289889"/>
                              <a:ext cx="883184" cy="2225377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24" name="Agrupar 23">
                            <a:extLst>
                              <a:ext uri="{FF2B5EF4-FFF2-40B4-BE49-F238E27FC236}">
                                <a16:creationId xmlns:a16="http://schemas.microsoft.com/office/drawing/2014/main" id="{A7DB12B1-92B6-DF3D-0254-FF5B5253BB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8573" y="2603423"/>
                            <a:ext cx="942375" cy="1904622"/>
                            <a:chOff x="796995" y="2289889"/>
                            <a:chExt cx="942375" cy="1904622"/>
                          </a:xfrm>
                        </p:grpSpPr>
                        <p:cxnSp>
                          <p:nvCxnSpPr>
                            <p:cNvPr id="26" name="Conexão Reta Unidirecional 25">
                              <a:extLst>
                                <a:ext uri="{FF2B5EF4-FFF2-40B4-BE49-F238E27FC236}">
                                  <a16:creationId xmlns:a16="http://schemas.microsoft.com/office/drawing/2014/main" id="{54609BA3-1C07-48CD-3E39-3556FC8A7239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9085" cy="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0" name="Conexão Reta Unidirecional 29">
                              <a:extLst>
                                <a:ext uri="{FF2B5EF4-FFF2-40B4-BE49-F238E27FC236}">
                                  <a16:creationId xmlns:a16="http://schemas.microsoft.com/office/drawing/2014/main" id="{5D9D0812-D5B3-252A-408F-435606B5CB27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813202" y="2302623"/>
                              <a:ext cx="872878" cy="309734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2" name="Conexão Reta Unidirecional 31">
                              <a:extLst>
                                <a:ext uri="{FF2B5EF4-FFF2-40B4-BE49-F238E27FC236}">
                                  <a16:creationId xmlns:a16="http://schemas.microsoft.com/office/drawing/2014/main" id="{0D030922-23F5-6E72-5C77-77C928D4EED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8375" cy="638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4" name="Conexão Reta Unidirecional 33">
                              <a:extLst>
                                <a:ext uri="{FF2B5EF4-FFF2-40B4-BE49-F238E27FC236}">
                                  <a16:creationId xmlns:a16="http://schemas.microsoft.com/office/drawing/2014/main" id="{CA93CD74-0802-8192-77D0-F54C9A6C0D9A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95695" cy="1589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7" name="Conexão Reta Unidirecional 36">
                              <a:extLst>
                                <a:ext uri="{FF2B5EF4-FFF2-40B4-BE49-F238E27FC236}">
                                  <a16:creationId xmlns:a16="http://schemas.microsoft.com/office/drawing/2014/main" id="{5C30E4FF-8111-BFF9-36E0-75E5AEB407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94985" cy="1904622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8" name="Conexão Reta Unidirecional 37">
                              <a:extLst>
                                <a:ext uri="{FF2B5EF4-FFF2-40B4-BE49-F238E27FC236}">
                                  <a16:creationId xmlns:a16="http://schemas.microsoft.com/office/drawing/2014/main" id="{06E033A9-6388-4069-F1B2-70C75742DEA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942375" cy="95880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39" name="Agrupar 38">
                            <a:extLst>
                              <a:ext uri="{FF2B5EF4-FFF2-40B4-BE49-F238E27FC236}">
                                <a16:creationId xmlns:a16="http://schemas.microsoft.com/office/drawing/2014/main" id="{D94F829B-D279-000A-3DD6-1E7BBE7D263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821225" y="2932903"/>
                            <a:ext cx="942375" cy="1589045"/>
                            <a:chOff x="796995" y="2289889"/>
                            <a:chExt cx="942375" cy="1589045"/>
                          </a:xfrm>
                        </p:grpSpPr>
                        <p:cxnSp>
                          <p:nvCxnSpPr>
                            <p:cNvPr id="40" name="Conexão Reta Unidirecional 39">
                              <a:extLst>
                                <a:ext uri="{FF2B5EF4-FFF2-40B4-BE49-F238E27FC236}">
                                  <a16:creationId xmlns:a16="http://schemas.microsoft.com/office/drawing/2014/main" id="{54A02F8D-F049-D8E0-F019-9ED76A39EFB8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9085" cy="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1" name="Conexão Reta Unidirecional 40">
                              <a:extLst>
                                <a:ext uri="{FF2B5EF4-FFF2-40B4-BE49-F238E27FC236}">
                                  <a16:creationId xmlns:a16="http://schemas.microsoft.com/office/drawing/2014/main" id="{A3458389-F3C7-1B7D-049C-EF7B6885535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813202" y="2302623"/>
                              <a:ext cx="872878" cy="309734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4" name="Conexão Reta Unidirecional 43">
                              <a:extLst>
                                <a:ext uri="{FF2B5EF4-FFF2-40B4-BE49-F238E27FC236}">
                                  <a16:creationId xmlns:a16="http://schemas.microsoft.com/office/drawing/2014/main" id="{58BFE626-B4FA-BD87-8B25-89DD1CE636F8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8375" cy="638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5" name="Conexão Reta Unidirecional 44">
                              <a:extLst>
                                <a:ext uri="{FF2B5EF4-FFF2-40B4-BE49-F238E27FC236}">
                                  <a16:creationId xmlns:a16="http://schemas.microsoft.com/office/drawing/2014/main" id="{2A9E11FC-0644-BA82-236A-0966F37DAF8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95695" cy="1589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7" name="Conexão Reta Unidirecional 46">
                              <a:extLst>
                                <a:ext uri="{FF2B5EF4-FFF2-40B4-BE49-F238E27FC236}">
                                  <a16:creationId xmlns:a16="http://schemas.microsoft.com/office/drawing/2014/main" id="{9E16837B-C09D-D281-41B2-4BD687F44399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942375" cy="95880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48" name="Agrupar 47">
                            <a:extLst>
                              <a:ext uri="{FF2B5EF4-FFF2-40B4-BE49-F238E27FC236}">
                                <a16:creationId xmlns:a16="http://schemas.microsoft.com/office/drawing/2014/main" id="{F20A6FE8-C756-52F7-D154-9644CC522C6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8573" y="3246274"/>
                            <a:ext cx="942375" cy="958800"/>
                            <a:chOff x="796995" y="2289889"/>
                            <a:chExt cx="942375" cy="958800"/>
                          </a:xfrm>
                        </p:grpSpPr>
                        <p:cxnSp>
                          <p:nvCxnSpPr>
                            <p:cNvPr id="49" name="Conexão Reta Unidirecional 48">
                              <a:extLst>
                                <a:ext uri="{FF2B5EF4-FFF2-40B4-BE49-F238E27FC236}">
                                  <a16:creationId xmlns:a16="http://schemas.microsoft.com/office/drawing/2014/main" id="{67C2D36E-4B4A-7623-67F4-A36E561A4E4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9085" cy="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0" name="Conexão Reta Unidirecional 49">
                              <a:extLst>
                                <a:ext uri="{FF2B5EF4-FFF2-40B4-BE49-F238E27FC236}">
                                  <a16:creationId xmlns:a16="http://schemas.microsoft.com/office/drawing/2014/main" id="{DB43DB03-F1F8-2C57-B702-1AFAE01E12C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813202" y="2302623"/>
                              <a:ext cx="872878" cy="309734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51" name="Conexão Reta Unidirecional 50">
                              <a:extLst>
                                <a:ext uri="{FF2B5EF4-FFF2-40B4-BE49-F238E27FC236}">
                                  <a16:creationId xmlns:a16="http://schemas.microsoft.com/office/drawing/2014/main" id="{07848E89-CECD-C87D-9441-5D58199EB0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8375" cy="638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65" name="Conexão Reta Unidirecional 64">
                              <a:extLst>
                                <a:ext uri="{FF2B5EF4-FFF2-40B4-BE49-F238E27FC236}">
                                  <a16:creationId xmlns:a16="http://schemas.microsoft.com/office/drawing/2014/main" id="{9A4D4B8A-9822-7DFE-284F-744EFF9CD0A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942375" cy="95880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66" name="Agrupar 65">
                            <a:extLst>
                              <a:ext uri="{FF2B5EF4-FFF2-40B4-BE49-F238E27FC236}">
                                <a16:creationId xmlns:a16="http://schemas.microsoft.com/office/drawing/2014/main" id="{C383E286-BD10-941C-99A3-1596E8C50A9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51929" y="3560354"/>
                            <a:ext cx="942375" cy="958800"/>
                            <a:chOff x="796995" y="2289889"/>
                            <a:chExt cx="942375" cy="958800"/>
                          </a:xfrm>
                        </p:grpSpPr>
                        <p:cxnSp>
                          <p:nvCxnSpPr>
                            <p:cNvPr id="67" name="Conexão Reta Unidirecional 66">
                              <a:extLst>
                                <a:ext uri="{FF2B5EF4-FFF2-40B4-BE49-F238E27FC236}">
                                  <a16:creationId xmlns:a16="http://schemas.microsoft.com/office/drawing/2014/main" id="{ACAC315D-22DE-CD5C-1611-5F1E9131E4E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9085" cy="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68" name="Conexão Reta Unidirecional 67">
                              <a:extLst>
                                <a:ext uri="{FF2B5EF4-FFF2-40B4-BE49-F238E27FC236}">
                                  <a16:creationId xmlns:a16="http://schemas.microsoft.com/office/drawing/2014/main" id="{C87017F6-68B1-8EA2-EFDF-7C0887059EEC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813202" y="2302623"/>
                              <a:ext cx="872878" cy="309734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75" name="Conexão Reta Unidirecional 74">
                              <a:extLst>
                                <a:ext uri="{FF2B5EF4-FFF2-40B4-BE49-F238E27FC236}">
                                  <a16:creationId xmlns:a16="http://schemas.microsoft.com/office/drawing/2014/main" id="{AB57EFCE-027A-BEEB-159C-B0A81FD7A74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8375" cy="638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76" name="Conexão Reta Unidirecional 75">
                              <a:extLst>
                                <a:ext uri="{FF2B5EF4-FFF2-40B4-BE49-F238E27FC236}">
                                  <a16:creationId xmlns:a16="http://schemas.microsoft.com/office/drawing/2014/main" id="{49FEDBE6-18B4-DB32-E3A7-1BC4ECB8E996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942375" cy="95880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77" name="Agrupar 76">
                            <a:extLst>
                              <a:ext uri="{FF2B5EF4-FFF2-40B4-BE49-F238E27FC236}">
                                <a16:creationId xmlns:a16="http://schemas.microsoft.com/office/drawing/2014/main" id="{085A9593-41B7-A7D3-E79B-E11A50D12E5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86928" y="3881890"/>
                            <a:ext cx="889085" cy="638045"/>
                            <a:chOff x="796995" y="2289889"/>
                            <a:chExt cx="889085" cy="638045"/>
                          </a:xfrm>
                        </p:grpSpPr>
                        <p:cxnSp>
                          <p:nvCxnSpPr>
                            <p:cNvPr id="78" name="Conexão Reta Unidirecional 77">
                              <a:extLst>
                                <a:ext uri="{FF2B5EF4-FFF2-40B4-BE49-F238E27FC236}">
                                  <a16:creationId xmlns:a16="http://schemas.microsoft.com/office/drawing/2014/main" id="{950B9090-0F3C-E5FC-0E9A-22DF72F2767F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9085" cy="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79" name="Conexão Reta Unidirecional 78">
                              <a:extLst>
                                <a:ext uri="{FF2B5EF4-FFF2-40B4-BE49-F238E27FC236}">
                                  <a16:creationId xmlns:a16="http://schemas.microsoft.com/office/drawing/2014/main" id="{B6048158-FEEB-D948-720F-45A366DD04FA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813202" y="2302623"/>
                              <a:ext cx="872878" cy="309734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80" name="Conexão Reta Unidirecional 79">
                              <a:extLst>
                                <a:ext uri="{FF2B5EF4-FFF2-40B4-BE49-F238E27FC236}">
                                  <a16:creationId xmlns:a16="http://schemas.microsoft.com/office/drawing/2014/main" id="{71766355-88E9-3538-3B3D-965D1FF64B9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8375" cy="638045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grpSp>
                        <p:nvGrpSpPr>
                          <p:cNvPr id="82" name="Agrupar 81">
                            <a:extLst>
                              <a:ext uri="{FF2B5EF4-FFF2-40B4-BE49-F238E27FC236}">
                                <a16:creationId xmlns:a16="http://schemas.microsoft.com/office/drawing/2014/main" id="{30724EA9-3490-01A8-240F-1E4C0497834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78572" y="4194941"/>
                            <a:ext cx="889085" cy="322468"/>
                            <a:chOff x="796995" y="2289889"/>
                            <a:chExt cx="889085" cy="322468"/>
                          </a:xfrm>
                        </p:grpSpPr>
                        <p:cxnSp>
                          <p:nvCxnSpPr>
                            <p:cNvPr id="83" name="Conexão Reta Unidirecional 82">
                              <a:extLst>
                                <a:ext uri="{FF2B5EF4-FFF2-40B4-BE49-F238E27FC236}">
                                  <a16:creationId xmlns:a16="http://schemas.microsoft.com/office/drawing/2014/main" id="{82FC90AD-C94A-D70D-8622-A232183CAFB5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796995" y="2289889"/>
                              <a:ext cx="889085" cy="0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84" name="Conexão Reta Unidirecional 83">
                              <a:extLst>
                                <a:ext uri="{FF2B5EF4-FFF2-40B4-BE49-F238E27FC236}">
                                  <a16:creationId xmlns:a16="http://schemas.microsoft.com/office/drawing/2014/main" id="{72CA702B-B6A7-FFA1-B46E-EE2396DFEC5B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813202" y="2302623"/>
                              <a:ext cx="872878" cy="309734"/>
                            </a:xfrm>
                            <a:prstGeom prst="straightConnector1">
                              <a:avLst/>
                            </a:prstGeom>
                            <a:ln w="28575">
                              <a:solidFill>
                                <a:srgbClr val="FFC000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163" name="Conexão Reta Unidirecional 162">
                          <a:extLst>
                            <a:ext uri="{FF2B5EF4-FFF2-40B4-BE49-F238E27FC236}">
                              <a16:creationId xmlns:a16="http://schemas.microsoft.com/office/drawing/2014/main" id="{2D0779A7-7D87-E842-12A2-635F7CD1730E}"/>
                            </a:ext>
                          </a:extLst>
                        </p:cNvPr>
                        <p:cNvCxnSpPr>
                          <a:cxnSpLocks/>
                          <a:stCxn id="115" idx="6"/>
                          <a:endCxn id="142" idx="2"/>
                        </p:cNvCxnSpPr>
                        <p:nvPr/>
                      </p:nvCxnSpPr>
                      <p:spPr>
                        <a:xfrm>
                          <a:off x="1799980" y="4515266"/>
                          <a:ext cx="889085" cy="0"/>
                        </a:xfrm>
                        <a:prstGeom prst="straightConnector1">
                          <a:avLst/>
                        </a:prstGeom>
                        <a:ln w="38100">
                          <a:solidFill>
                            <a:srgbClr val="FFC000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9" name="Agrupar 18">
                        <a:extLst>
                          <a:ext uri="{FF2B5EF4-FFF2-40B4-BE49-F238E27FC236}">
                            <a16:creationId xmlns:a16="http://schemas.microsoft.com/office/drawing/2014/main" id="{0A0173C6-1F8F-A1E2-B4A9-52B2F1D9FE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6995" y="2289889"/>
                        <a:ext cx="942375" cy="1904622"/>
                        <a:chOff x="796995" y="2289889"/>
                        <a:chExt cx="942375" cy="1904622"/>
                      </a:xfrm>
                    </p:grpSpPr>
                    <p:cxnSp>
                      <p:nvCxnSpPr>
                        <p:cNvPr id="57" name="Conexão Reta Unidirecional 56">
                          <a:extLst>
                            <a:ext uri="{FF2B5EF4-FFF2-40B4-BE49-F238E27FC236}">
                              <a16:creationId xmlns:a16="http://schemas.microsoft.com/office/drawing/2014/main" id="{98A8771F-67A9-9FB5-6E7C-47D7E2A4C37A}"/>
                            </a:ext>
                          </a:extLst>
                        </p:cNvPr>
                        <p:cNvCxnSpPr>
                          <a:cxnSpLocks/>
                          <a:endCxn id="131" idx="2"/>
                        </p:cNvCxnSpPr>
                        <p:nvPr/>
                      </p:nvCxnSpPr>
                      <p:spPr>
                        <a:xfrm>
                          <a:off x="813202" y="2302623"/>
                          <a:ext cx="872878" cy="309734"/>
                        </a:xfrm>
                        <a:prstGeom prst="straightConnector1">
                          <a:avLst/>
                        </a:prstGeom>
                        <a:ln w="28575">
                          <a:solidFill>
                            <a:srgbClr val="FFC000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9" name="Conexão Reta Unidirecional 68">
                          <a:extLst>
                            <a:ext uri="{FF2B5EF4-FFF2-40B4-BE49-F238E27FC236}">
                              <a16:creationId xmlns:a16="http://schemas.microsoft.com/office/drawing/2014/main" id="{17B36172-8604-ED99-5A68-45F962B41807}"/>
                            </a:ext>
                          </a:extLst>
                        </p:cNvPr>
                        <p:cNvCxnSpPr>
                          <a:cxnSpLocks/>
                          <a:stCxn id="14" idx="6"/>
                          <a:endCxn id="129" idx="2"/>
                        </p:cNvCxnSpPr>
                        <p:nvPr/>
                      </p:nvCxnSpPr>
                      <p:spPr>
                        <a:xfrm>
                          <a:off x="796995" y="2289889"/>
                          <a:ext cx="888375" cy="638045"/>
                        </a:xfrm>
                        <a:prstGeom prst="straightConnector1">
                          <a:avLst/>
                        </a:prstGeom>
                        <a:ln w="28575">
                          <a:solidFill>
                            <a:srgbClr val="FFC000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1" name="Conexão Reta Unidirecional 70">
                          <a:extLst>
                            <a:ext uri="{FF2B5EF4-FFF2-40B4-BE49-F238E27FC236}">
                              <a16:creationId xmlns:a16="http://schemas.microsoft.com/office/drawing/2014/main" id="{8DB4EFFF-8D76-B52C-6B50-62D4B75425F6}"/>
                            </a:ext>
                          </a:extLst>
                        </p:cNvPr>
                        <p:cNvCxnSpPr>
                          <a:cxnSpLocks/>
                          <a:stCxn id="14" idx="6"/>
                          <a:endCxn id="119" idx="2"/>
                        </p:cNvCxnSpPr>
                        <p:nvPr/>
                      </p:nvCxnSpPr>
                      <p:spPr>
                        <a:xfrm>
                          <a:off x="796995" y="2289889"/>
                          <a:ext cx="895695" cy="1589045"/>
                        </a:xfrm>
                        <a:prstGeom prst="straightConnector1">
                          <a:avLst/>
                        </a:prstGeom>
                        <a:ln w="28575">
                          <a:solidFill>
                            <a:srgbClr val="FFC000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2" name="Conexão Reta Unidirecional 71">
                          <a:extLst>
                            <a:ext uri="{FF2B5EF4-FFF2-40B4-BE49-F238E27FC236}">
                              <a16:creationId xmlns:a16="http://schemas.microsoft.com/office/drawing/2014/main" id="{F2C3058C-C642-0DF5-F707-29E0A60C41B5}"/>
                            </a:ext>
                          </a:extLst>
                        </p:cNvPr>
                        <p:cNvCxnSpPr>
                          <a:cxnSpLocks/>
                          <a:stCxn id="14" idx="6"/>
                          <a:endCxn id="117" idx="2"/>
                        </p:cNvCxnSpPr>
                        <p:nvPr/>
                      </p:nvCxnSpPr>
                      <p:spPr>
                        <a:xfrm>
                          <a:off x="796995" y="2289889"/>
                          <a:ext cx="894985" cy="1904622"/>
                        </a:xfrm>
                        <a:prstGeom prst="straightConnector1">
                          <a:avLst/>
                        </a:prstGeom>
                        <a:ln w="28575">
                          <a:solidFill>
                            <a:srgbClr val="FFC000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4" name="Conexão Reta Unidirecional 73">
                          <a:extLst>
                            <a:ext uri="{FF2B5EF4-FFF2-40B4-BE49-F238E27FC236}">
                              <a16:creationId xmlns:a16="http://schemas.microsoft.com/office/drawing/2014/main" id="{C44A6019-A8D2-9537-B67A-A85E95F18DE2}"/>
                            </a:ext>
                          </a:extLst>
                        </p:cNvPr>
                        <p:cNvCxnSpPr>
                          <a:cxnSpLocks/>
                          <a:stCxn id="14" idx="6"/>
                          <a:endCxn id="128" idx="2"/>
                        </p:cNvCxnSpPr>
                        <p:nvPr/>
                      </p:nvCxnSpPr>
                      <p:spPr>
                        <a:xfrm>
                          <a:off x="796995" y="2289889"/>
                          <a:ext cx="942375" cy="958800"/>
                        </a:xfrm>
                        <a:prstGeom prst="straightConnector1">
                          <a:avLst/>
                        </a:prstGeom>
                        <a:ln w="28575">
                          <a:solidFill>
                            <a:srgbClr val="FFC000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</p:grpSp>
            <p:grpSp>
              <p:nvGrpSpPr>
                <p:cNvPr id="231" name="Agrupar 230">
                  <a:extLst>
                    <a:ext uri="{FF2B5EF4-FFF2-40B4-BE49-F238E27FC236}">
                      <a16:creationId xmlns:a16="http://schemas.microsoft.com/office/drawing/2014/main" id="{B136C160-8833-89B9-415D-FA87A6A0ACCF}"/>
                    </a:ext>
                  </a:extLst>
                </p:cNvPr>
                <p:cNvGrpSpPr/>
                <p:nvPr/>
              </p:nvGrpSpPr>
              <p:grpSpPr>
                <a:xfrm>
                  <a:off x="1757830" y="2610644"/>
                  <a:ext cx="988540" cy="1912641"/>
                  <a:chOff x="1757830" y="2610644"/>
                  <a:chExt cx="988540" cy="1912641"/>
                </a:xfrm>
              </p:grpSpPr>
              <p:grpSp>
                <p:nvGrpSpPr>
                  <p:cNvPr id="179" name="Agrupar 178">
                    <a:extLst>
                      <a:ext uri="{FF2B5EF4-FFF2-40B4-BE49-F238E27FC236}">
                        <a16:creationId xmlns:a16="http://schemas.microsoft.com/office/drawing/2014/main" id="{9F442F95-E32A-49EF-2BD5-638EB270D854}"/>
                      </a:ext>
                    </a:extLst>
                  </p:cNvPr>
                  <p:cNvGrpSpPr/>
                  <p:nvPr/>
                </p:nvGrpSpPr>
                <p:grpSpPr>
                  <a:xfrm>
                    <a:off x="1762122" y="2610644"/>
                    <a:ext cx="953000" cy="1904622"/>
                    <a:chOff x="2743065" y="2289889"/>
                    <a:chExt cx="953000" cy="1904622"/>
                  </a:xfrm>
                </p:grpSpPr>
                <p:cxnSp>
                  <p:nvCxnSpPr>
                    <p:cNvPr id="180" name="Conexão Reta Unidirecional 179">
                      <a:extLst>
                        <a:ext uri="{FF2B5EF4-FFF2-40B4-BE49-F238E27FC236}">
                          <a16:creationId xmlns:a16="http://schemas.microsoft.com/office/drawing/2014/main" id="{B17B81BD-3646-F36C-94AF-F33693C412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43775" y="2289889"/>
                      <a:ext cx="936474" cy="958800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Conexão Reta Unidirecional 180">
                      <a:extLst>
                        <a:ext uri="{FF2B5EF4-FFF2-40B4-BE49-F238E27FC236}">
                          <a16:creationId xmlns:a16="http://schemas.microsoft.com/office/drawing/2014/main" id="{A9F8C624-3108-8CAC-6808-ABB0B943CB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1165" y="2289889"/>
                      <a:ext cx="889084" cy="322468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" name="Conexão Reta Unidirecional 181">
                      <a:extLst>
                        <a:ext uri="{FF2B5EF4-FFF2-40B4-BE49-F238E27FC236}">
                          <a16:creationId xmlns:a16="http://schemas.microsoft.com/office/drawing/2014/main" id="{E832F5B8-92D1-23A4-B32B-6CADB70202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0455" y="2289889"/>
                      <a:ext cx="889794" cy="638045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Conexão Reta Unidirecional 182">
                      <a:extLst>
                        <a:ext uri="{FF2B5EF4-FFF2-40B4-BE49-F238E27FC236}">
                          <a16:creationId xmlns:a16="http://schemas.microsoft.com/office/drawing/2014/main" id="{4C974B9E-94D4-453C-AE32-A630FF34FA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7775" y="2289889"/>
                      <a:ext cx="882474" cy="1266577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" name="Conexão Reta Unidirecional 183">
                      <a:extLst>
                        <a:ext uri="{FF2B5EF4-FFF2-40B4-BE49-F238E27FC236}">
                          <a16:creationId xmlns:a16="http://schemas.microsoft.com/office/drawing/2014/main" id="{5A070FF6-4560-CDE3-4C72-0A8845D154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43065" y="2328073"/>
                      <a:ext cx="953000" cy="1558661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Conexão Reta Unidirecional 184">
                      <a:extLst>
                        <a:ext uri="{FF2B5EF4-FFF2-40B4-BE49-F238E27FC236}">
                          <a16:creationId xmlns:a16="http://schemas.microsoft.com/office/drawing/2014/main" id="{D0DC94A4-2792-CA17-802F-C4A7F27A53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7065" y="2289889"/>
                      <a:ext cx="883184" cy="1904622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2" name="Agrupar 191">
                    <a:extLst>
                      <a:ext uri="{FF2B5EF4-FFF2-40B4-BE49-F238E27FC236}">
                        <a16:creationId xmlns:a16="http://schemas.microsoft.com/office/drawing/2014/main" id="{B1856CFC-9F4A-D3AB-BD45-87F6912FDFCD}"/>
                      </a:ext>
                    </a:extLst>
                  </p:cNvPr>
                  <p:cNvGrpSpPr/>
                  <p:nvPr/>
                </p:nvGrpSpPr>
                <p:grpSpPr>
                  <a:xfrm>
                    <a:off x="1793370" y="2918421"/>
                    <a:ext cx="953000" cy="1596845"/>
                    <a:chOff x="2743065" y="2289889"/>
                    <a:chExt cx="953000" cy="1596845"/>
                  </a:xfrm>
                </p:grpSpPr>
                <p:cxnSp>
                  <p:nvCxnSpPr>
                    <p:cNvPr id="194" name="Conexão Reta Unidirecional 193">
                      <a:extLst>
                        <a:ext uri="{FF2B5EF4-FFF2-40B4-BE49-F238E27FC236}">
                          <a16:creationId xmlns:a16="http://schemas.microsoft.com/office/drawing/2014/main" id="{AA4A65EF-82E3-65BE-DD44-538B02E986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43775" y="2289889"/>
                      <a:ext cx="936474" cy="958800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" name="Conexão Reta Unidirecional 194">
                      <a:extLst>
                        <a:ext uri="{FF2B5EF4-FFF2-40B4-BE49-F238E27FC236}">
                          <a16:creationId xmlns:a16="http://schemas.microsoft.com/office/drawing/2014/main" id="{02568E87-175F-D367-9EF4-9257E5D227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1165" y="2289889"/>
                      <a:ext cx="889084" cy="322468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" name="Conexão Reta Unidirecional 195">
                      <a:extLst>
                        <a:ext uri="{FF2B5EF4-FFF2-40B4-BE49-F238E27FC236}">
                          <a16:creationId xmlns:a16="http://schemas.microsoft.com/office/drawing/2014/main" id="{400DB73D-B003-0D74-5C4B-1A51C692B1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0455" y="2289889"/>
                      <a:ext cx="889794" cy="638045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" name="Conexão Reta Unidirecional 196">
                      <a:extLst>
                        <a:ext uri="{FF2B5EF4-FFF2-40B4-BE49-F238E27FC236}">
                          <a16:creationId xmlns:a16="http://schemas.microsoft.com/office/drawing/2014/main" id="{31FD90AF-A89E-129D-6AA1-98A54659E48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7775" y="2289889"/>
                      <a:ext cx="882474" cy="1266577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" name="Conexão Reta Unidirecional 197">
                      <a:extLst>
                        <a:ext uri="{FF2B5EF4-FFF2-40B4-BE49-F238E27FC236}">
                          <a16:creationId xmlns:a16="http://schemas.microsoft.com/office/drawing/2014/main" id="{DB1BC01C-7F94-9230-4929-BC6A19F8D35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43065" y="2328073"/>
                      <a:ext cx="953000" cy="1558661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" name="Agrupar 205">
                    <a:extLst>
                      <a:ext uri="{FF2B5EF4-FFF2-40B4-BE49-F238E27FC236}">
                        <a16:creationId xmlns:a16="http://schemas.microsoft.com/office/drawing/2014/main" id="{D7C6AD5C-2181-21E6-0B1F-5654C273172D}"/>
                      </a:ext>
                    </a:extLst>
                  </p:cNvPr>
                  <p:cNvGrpSpPr/>
                  <p:nvPr/>
                </p:nvGrpSpPr>
                <p:grpSpPr>
                  <a:xfrm>
                    <a:off x="1781524" y="3564485"/>
                    <a:ext cx="936474" cy="958800"/>
                    <a:chOff x="2743775" y="2289889"/>
                    <a:chExt cx="936474" cy="958800"/>
                  </a:xfrm>
                </p:grpSpPr>
                <p:cxnSp>
                  <p:nvCxnSpPr>
                    <p:cNvPr id="207" name="Conexão Reta Unidirecional 206">
                      <a:extLst>
                        <a:ext uri="{FF2B5EF4-FFF2-40B4-BE49-F238E27FC236}">
                          <a16:creationId xmlns:a16="http://schemas.microsoft.com/office/drawing/2014/main" id="{4FBAFAB6-0683-B67B-5023-93C5DE6A7A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43775" y="2289889"/>
                      <a:ext cx="936474" cy="958800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8" name="Conexão Reta Unidirecional 207">
                      <a:extLst>
                        <a:ext uri="{FF2B5EF4-FFF2-40B4-BE49-F238E27FC236}">
                          <a16:creationId xmlns:a16="http://schemas.microsoft.com/office/drawing/2014/main" id="{6A56DDB3-F18A-784D-45C3-2C41EC42D3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1165" y="2289889"/>
                      <a:ext cx="889084" cy="322468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Conexão Reta Unidirecional 208">
                      <a:extLst>
                        <a:ext uri="{FF2B5EF4-FFF2-40B4-BE49-F238E27FC236}">
                          <a16:creationId xmlns:a16="http://schemas.microsoft.com/office/drawing/2014/main" id="{E24805BF-AB45-DB2D-0A90-AB544219DD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0455" y="2289889"/>
                      <a:ext cx="889794" cy="638045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0" name="Agrupar 199">
                    <a:extLst>
                      <a:ext uri="{FF2B5EF4-FFF2-40B4-BE49-F238E27FC236}">
                        <a16:creationId xmlns:a16="http://schemas.microsoft.com/office/drawing/2014/main" id="{DB4A24E2-8583-2463-0D37-6288063800D6}"/>
                      </a:ext>
                    </a:extLst>
                  </p:cNvPr>
                  <p:cNvGrpSpPr/>
                  <p:nvPr/>
                </p:nvGrpSpPr>
                <p:grpSpPr>
                  <a:xfrm>
                    <a:off x="1757830" y="3243511"/>
                    <a:ext cx="936474" cy="1266577"/>
                    <a:chOff x="2743775" y="2289889"/>
                    <a:chExt cx="936474" cy="1266577"/>
                  </a:xfrm>
                </p:grpSpPr>
                <p:cxnSp>
                  <p:nvCxnSpPr>
                    <p:cNvPr id="201" name="Conexão Reta Unidirecional 200">
                      <a:extLst>
                        <a:ext uri="{FF2B5EF4-FFF2-40B4-BE49-F238E27FC236}">
                          <a16:creationId xmlns:a16="http://schemas.microsoft.com/office/drawing/2014/main" id="{77F105C6-7E00-2085-2938-5BCC1410AE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43775" y="2289889"/>
                      <a:ext cx="936474" cy="958800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" name="Conexão Reta Unidirecional 201">
                      <a:extLst>
                        <a:ext uri="{FF2B5EF4-FFF2-40B4-BE49-F238E27FC236}">
                          <a16:creationId xmlns:a16="http://schemas.microsoft.com/office/drawing/2014/main" id="{E5D82519-5BFD-931E-DF73-5833A4D041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1165" y="2289889"/>
                      <a:ext cx="889084" cy="322468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Conexão Reta Unidirecional 202">
                      <a:extLst>
                        <a:ext uri="{FF2B5EF4-FFF2-40B4-BE49-F238E27FC236}">
                          <a16:creationId xmlns:a16="http://schemas.microsoft.com/office/drawing/2014/main" id="{782AB5F5-92F9-3793-A89B-7F57529523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0455" y="2289889"/>
                      <a:ext cx="889794" cy="638045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4" name="Conexão Reta Unidirecional 203">
                      <a:extLst>
                        <a:ext uri="{FF2B5EF4-FFF2-40B4-BE49-F238E27FC236}">
                          <a16:creationId xmlns:a16="http://schemas.microsoft.com/office/drawing/2014/main" id="{716D041F-5DA7-60D3-A192-C15D97B7811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7775" y="2289889"/>
                      <a:ext cx="882474" cy="1266577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1" name="Agrupar 210">
                    <a:extLst>
                      <a:ext uri="{FF2B5EF4-FFF2-40B4-BE49-F238E27FC236}">
                        <a16:creationId xmlns:a16="http://schemas.microsoft.com/office/drawing/2014/main" id="{5E174F69-73A0-A148-672E-4DAACD111523}"/>
                      </a:ext>
                    </a:extLst>
                  </p:cNvPr>
                  <p:cNvGrpSpPr/>
                  <p:nvPr/>
                </p:nvGrpSpPr>
                <p:grpSpPr>
                  <a:xfrm>
                    <a:off x="1793371" y="3874063"/>
                    <a:ext cx="889794" cy="638045"/>
                    <a:chOff x="2790455" y="2289889"/>
                    <a:chExt cx="889794" cy="638045"/>
                  </a:xfrm>
                </p:grpSpPr>
                <p:cxnSp>
                  <p:nvCxnSpPr>
                    <p:cNvPr id="213" name="Conexão Reta Unidirecional 212">
                      <a:extLst>
                        <a:ext uri="{FF2B5EF4-FFF2-40B4-BE49-F238E27FC236}">
                          <a16:creationId xmlns:a16="http://schemas.microsoft.com/office/drawing/2014/main" id="{9322F17A-E9F6-CC0B-CB5C-BE8A1B4F6E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1165" y="2289889"/>
                      <a:ext cx="889084" cy="322468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4" name="Conexão Reta Unidirecional 213">
                      <a:extLst>
                        <a:ext uri="{FF2B5EF4-FFF2-40B4-BE49-F238E27FC236}">
                          <a16:creationId xmlns:a16="http://schemas.microsoft.com/office/drawing/2014/main" id="{D0343FDE-9FAD-4F1D-1B10-BF3B917076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790455" y="2289889"/>
                      <a:ext cx="889794" cy="638045"/>
                    </a:xfrm>
                    <a:prstGeom prst="straightConnector1">
                      <a:avLst/>
                    </a:prstGeom>
                    <a:ln w="28575">
                      <a:solidFill>
                        <a:srgbClr val="FFC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16" name="Conexão Reta Unidirecional 215">
                    <a:extLst>
                      <a:ext uri="{FF2B5EF4-FFF2-40B4-BE49-F238E27FC236}">
                        <a16:creationId xmlns:a16="http://schemas.microsoft.com/office/drawing/2014/main" id="{857A43ED-971F-A31C-E7F9-34D841AFC2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820370" y="4175983"/>
                    <a:ext cx="889084" cy="322468"/>
                  </a:xfrm>
                  <a:prstGeom prst="straightConnector1">
                    <a:avLst/>
                  </a:prstGeom>
                  <a:ln w="28575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Conexão Reta Unidirecional 57">
                    <a:extLst>
                      <a:ext uri="{FF2B5EF4-FFF2-40B4-BE49-F238E27FC236}">
                        <a16:creationId xmlns:a16="http://schemas.microsoft.com/office/drawing/2014/main" id="{88BEC6E6-21EE-A6C9-7C32-345194E5E780}"/>
                      </a:ext>
                    </a:extLst>
                  </p:cNvPr>
                  <p:cNvCxnSpPr>
                    <a:cxnSpLocks/>
                    <a:stCxn id="131" idx="6"/>
                    <a:endCxn id="157" idx="2"/>
                  </p:cNvCxnSpPr>
                  <p:nvPr/>
                </p:nvCxnSpPr>
                <p:spPr>
                  <a:xfrm>
                    <a:off x="1794080" y="2612357"/>
                    <a:ext cx="942375" cy="315577"/>
                  </a:xfrm>
                  <a:prstGeom prst="straightConnector1">
                    <a:avLst/>
                  </a:prstGeom>
                  <a:ln w="28575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Conexão Reta Unidirecional 58">
                    <a:extLst>
                      <a:ext uri="{FF2B5EF4-FFF2-40B4-BE49-F238E27FC236}">
                        <a16:creationId xmlns:a16="http://schemas.microsoft.com/office/drawing/2014/main" id="{D29869AD-5E43-8767-09FD-860DBD289031}"/>
                      </a:ext>
                    </a:extLst>
                  </p:cNvPr>
                  <p:cNvCxnSpPr>
                    <a:cxnSpLocks/>
                    <a:stCxn id="129" idx="6"/>
                    <a:endCxn id="155" idx="2"/>
                  </p:cNvCxnSpPr>
                  <p:nvPr/>
                </p:nvCxnSpPr>
                <p:spPr>
                  <a:xfrm>
                    <a:off x="1793370" y="2927934"/>
                    <a:ext cx="943085" cy="320755"/>
                  </a:xfrm>
                  <a:prstGeom prst="straightConnector1">
                    <a:avLst/>
                  </a:prstGeom>
                  <a:ln w="28575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Conexão Reta Unidirecional 59">
                    <a:extLst>
                      <a:ext uri="{FF2B5EF4-FFF2-40B4-BE49-F238E27FC236}">
                        <a16:creationId xmlns:a16="http://schemas.microsoft.com/office/drawing/2014/main" id="{07D573C2-AF56-E012-5A65-DB70C9BB5E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5798" y="3234463"/>
                    <a:ext cx="889085" cy="322468"/>
                  </a:xfrm>
                  <a:prstGeom prst="straightConnector1">
                    <a:avLst/>
                  </a:prstGeom>
                  <a:ln w="28575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Conexão Reta Unidirecional 60">
                    <a:extLst>
                      <a:ext uri="{FF2B5EF4-FFF2-40B4-BE49-F238E27FC236}">
                        <a16:creationId xmlns:a16="http://schemas.microsoft.com/office/drawing/2014/main" id="{4D75CBC4-B771-6745-FD1F-E17FB9D4EA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6737" y="3558781"/>
                    <a:ext cx="889085" cy="322468"/>
                  </a:xfrm>
                  <a:prstGeom prst="straightConnector1">
                    <a:avLst/>
                  </a:prstGeom>
                  <a:ln w="28575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Conexão Reta Unidirecional 61">
                    <a:extLst>
                      <a:ext uri="{FF2B5EF4-FFF2-40B4-BE49-F238E27FC236}">
                        <a16:creationId xmlns:a16="http://schemas.microsoft.com/office/drawing/2014/main" id="{38F942A5-5E79-C2F2-DDB6-864F0E22C1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99649" y="3868819"/>
                    <a:ext cx="889085" cy="322468"/>
                  </a:xfrm>
                  <a:prstGeom prst="straightConnector1">
                    <a:avLst/>
                  </a:prstGeom>
                  <a:ln w="28575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Conexão Reta Unidirecional 62">
                    <a:extLst>
                      <a:ext uri="{FF2B5EF4-FFF2-40B4-BE49-F238E27FC236}">
                        <a16:creationId xmlns:a16="http://schemas.microsoft.com/office/drawing/2014/main" id="{E34F6863-CBD6-6E81-87F3-08A0BA4B51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05219" y="4194883"/>
                    <a:ext cx="889085" cy="322468"/>
                  </a:xfrm>
                  <a:prstGeom prst="straightConnector1">
                    <a:avLst/>
                  </a:prstGeom>
                  <a:ln w="28575">
                    <a:solidFill>
                      <a:srgbClr val="FFC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70" name="Conexão Reta Unidirecional 69">
                <a:extLst>
                  <a:ext uri="{FF2B5EF4-FFF2-40B4-BE49-F238E27FC236}">
                    <a16:creationId xmlns:a16="http://schemas.microsoft.com/office/drawing/2014/main" id="{F381E9A3-E3D6-A715-CC4D-71EEB6D6B574}"/>
                  </a:ext>
                </a:extLst>
              </p:cNvPr>
              <p:cNvCxnSpPr>
                <a:cxnSpLocks/>
                <a:stCxn id="14" idx="6"/>
                <a:endCxn id="121" idx="2"/>
              </p:cNvCxnSpPr>
              <p:nvPr/>
            </p:nvCxnSpPr>
            <p:spPr>
              <a:xfrm>
                <a:off x="796995" y="2289889"/>
                <a:ext cx="895695" cy="1266577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9" name="Conexão Reta Unidirecional 238">
              <a:extLst>
                <a:ext uri="{FF2B5EF4-FFF2-40B4-BE49-F238E27FC236}">
                  <a16:creationId xmlns:a16="http://schemas.microsoft.com/office/drawing/2014/main" id="{93FFDD39-9557-DA78-5512-C8F332B203AC}"/>
                </a:ext>
              </a:extLst>
            </p:cNvPr>
            <p:cNvCxnSpPr>
              <a:cxnSpLocks/>
            </p:cNvCxnSpPr>
            <p:nvPr/>
          </p:nvCxnSpPr>
          <p:spPr>
            <a:xfrm>
              <a:off x="1796065" y="2298353"/>
              <a:ext cx="910801" cy="2263561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exão Reta Unidirecional 239">
              <a:extLst>
                <a:ext uri="{FF2B5EF4-FFF2-40B4-BE49-F238E27FC236}">
                  <a16:creationId xmlns:a16="http://schemas.microsoft.com/office/drawing/2014/main" id="{AFEA7D2A-EC7E-7CE8-8A4B-9AB181A1E4E5}"/>
                </a:ext>
              </a:extLst>
            </p:cNvPr>
            <p:cNvCxnSpPr>
              <a:cxnSpLocks/>
            </p:cNvCxnSpPr>
            <p:nvPr/>
          </p:nvCxnSpPr>
          <p:spPr>
            <a:xfrm>
              <a:off x="1796065" y="2298353"/>
              <a:ext cx="888375" cy="63804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exão Reta Unidirecional 240">
              <a:extLst>
                <a:ext uri="{FF2B5EF4-FFF2-40B4-BE49-F238E27FC236}">
                  <a16:creationId xmlns:a16="http://schemas.microsoft.com/office/drawing/2014/main" id="{BEA5501E-13C7-2A1F-345F-911083C04528}"/>
                </a:ext>
              </a:extLst>
            </p:cNvPr>
            <p:cNvCxnSpPr>
              <a:cxnSpLocks/>
            </p:cNvCxnSpPr>
            <p:nvPr/>
          </p:nvCxnSpPr>
          <p:spPr>
            <a:xfrm>
              <a:off x="1796065" y="2298353"/>
              <a:ext cx="895695" cy="1589045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exão Reta Unidirecional 241">
              <a:extLst>
                <a:ext uri="{FF2B5EF4-FFF2-40B4-BE49-F238E27FC236}">
                  <a16:creationId xmlns:a16="http://schemas.microsoft.com/office/drawing/2014/main" id="{D5747847-BE9F-C3A4-73E5-275903A1D126}"/>
                </a:ext>
              </a:extLst>
            </p:cNvPr>
            <p:cNvCxnSpPr>
              <a:cxnSpLocks/>
            </p:cNvCxnSpPr>
            <p:nvPr/>
          </p:nvCxnSpPr>
          <p:spPr>
            <a:xfrm>
              <a:off x="1796065" y="2298353"/>
              <a:ext cx="894985" cy="1904622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exão Reta Unidirecional 242">
              <a:extLst>
                <a:ext uri="{FF2B5EF4-FFF2-40B4-BE49-F238E27FC236}">
                  <a16:creationId xmlns:a16="http://schemas.microsoft.com/office/drawing/2014/main" id="{856544FE-7498-B392-C86D-70F6E8030C0A}"/>
                </a:ext>
              </a:extLst>
            </p:cNvPr>
            <p:cNvCxnSpPr>
              <a:cxnSpLocks/>
            </p:cNvCxnSpPr>
            <p:nvPr/>
          </p:nvCxnSpPr>
          <p:spPr>
            <a:xfrm>
              <a:off x="1796065" y="2298353"/>
              <a:ext cx="942375" cy="95880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exão Reta Unidirecional 243">
              <a:extLst>
                <a:ext uri="{FF2B5EF4-FFF2-40B4-BE49-F238E27FC236}">
                  <a16:creationId xmlns:a16="http://schemas.microsoft.com/office/drawing/2014/main" id="{7CD3F8CB-22A8-537C-1165-C7974F347E18}"/>
                </a:ext>
              </a:extLst>
            </p:cNvPr>
            <p:cNvCxnSpPr>
              <a:cxnSpLocks/>
            </p:cNvCxnSpPr>
            <p:nvPr/>
          </p:nvCxnSpPr>
          <p:spPr>
            <a:xfrm>
              <a:off x="1796065" y="2298353"/>
              <a:ext cx="895695" cy="1266577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7" name="Conexão Reta Unidirecional 236">
            <a:extLst>
              <a:ext uri="{FF2B5EF4-FFF2-40B4-BE49-F238E27FC236}">
                <a16:creationId xmlns:a16="http://schemas.microsoft.com/office/drawing/2014/main" id="{B34FF500-F617-713D-42CE-295E5B427544}"/>
              </a:ext>
            </a:extLst>
          </p:cNvPr>
          <p:cNvCxnSpPr>
            <a:cxnSpLocks/>
          </p:cNvCxnSpPr>
          <p:nvPr/>
        </p:nvCxnSpPr>
        <p:spPr>
          <a:xfrm>
            <a:off x="807852" y="2289889"/>
            <a:ext cx="889085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exão Reta Unidirecional 232">
            <a:extLst>
              <a:ext uri="{FF2B5EF4-FFF2-40B4-BE49-F238E27FC236}">
                <a16:creationId xmlns:a16="http://schemas.microsoft.com/office/drawing/2014/main" id="{2335B4DF-CC7C-8E1E-B917-44B32A6ABF07}"/>
              </a:ext>
            </a:extLst>
          </p:cNvPr>
          <p:cNvCxnSpPr>
            <a:cxnSpLocks/>
            <a:stCxn id="159" idx="2"/>
            <a:endCxn id="187" idx="2"/>
          </p:cNvCxnSpPr>
          <p:nvPr/>
        </p:nvCxnSpPr>
        <p:spPr>
          <a:xfrm flipV="1">
            <a:off x="2737165" y="2289889"/>
            <a:ext cx="943084" cy="32246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xão Reta Unidirecional 41">
            <a:extLst>
              <a:ext uri="{FF2B5EF4-FFF2-40B4-BE49-F238E27FC236}">
                <a16:creationId xmlns:a16="http://schemas.microsoft.com/office/drawing/2014/main" id="{429B1E43-E698-EAD5-7D71-432F225E207F}"/>
              </a:ext>
            </a:extLst>
          </p:cNvPr>
          <p:cNvCxnSpPr>
            <a:cxnSpLocks/>
            <a:stCxn id="133" idx="6"/>
            <a:endCxn id="158" idx="2"/>
          </p:cNvCxnSpPr>
          <p:nvPr/>
        </p:nvCxnSpPr>
        <p:spPr>
          <a:xfrm>
            <a:off x="1794080" y="2289889"/>
            <a:ext cx="889085" cy="32246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5C41DAF-AEF2-B99F-75F2-57B68993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Classical Simulation of Quantum Circuits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721538-EE57-995F-2FF0-DCD262B2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4195A2A-099E-BC03-C9C0-9FCAFD01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9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5D803410-3740-514F-C1E0-DC6B7C9D002F}"/>
                  </a:ext>
                </a:extLst>
              </p:cNvPr>
              <p:cNvSpPr txBox="1"/>
              <p:nvPr/>
            </p:nvSpPr>
            <p:spPr>
              <a:xfrm>
                <a:off x="989480" y="1577307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5D803410-3740-514F-C1E0-DC6B7C9D0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80" y="1577307"/>
                <a:ext cx="445045" cy="471539"/>
              </a:xfrm>
              <a:prstGeom prst="rect">
                <a:avLst/>
              </a:prstGeom>
              <a:blipFill>
                <a:blip r:embed="rId2"/>
                <a:stretch>
                  <a:fillRect l="-2778" t="-10526" r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E0529AC-05A5-A6E9-51DA-856FE0FF66DB}"/>
                  </a:ext>
                </a:extLst>
              </p:cNvPr>
              <p:cNvSpPr txBox="1"/>
              <p:nvPr/>
            </p:nvSpPr>
            <p:spPr>
              <a:xfrm>
                <a:off x="2009376" y="1577307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E0529AC-05A5-A6E9-51DA-856FE0FF6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376" y="1577307"/>
                <a:ext cx="445045" cy="471539"/>
              </a:xfrm>
              <a:prstGeom prst="rect">
                <a:avLst/>
              </a:prstGeom>
              <a:blipFill>
                <a:blip r:embed="rId3"/>
                <a:stretch>
                  <a:fillRect l="-5556" t="-10526" r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24859A3B-98EC-F9DB-9956-5614590913DF}"/>
                  </a:ext>
                </a:extLst>
              </p:cNvPr>
              <p:cNvSpPr txBox="1"/>
              <p:nvPr/>
            </p:nvSpPr>
            <p:spPr>
              <a:xfrm>
                <a:off x="3029272" y="1577307"/>
                <a:ext cx="445045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24859A3B-98EC-F9DB-9956-561459091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272" y="1577307"/>
                <a:ext cx="445045" cy="471539"/>
              </a:xfrm>
              <a:prstGeom prst="rect">
                <a:avLst/>
              </a:prstGeom>
              <a:blipFill>
                <a:blip r:embed="rId4"/>
                <a:stretch>
                  <a:fillRect l="-2778" t="-10526" r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A2E91638-54CF-9573-EBF8-62181CDA0AB5}"/>
                  </a:ext>
                </a:extLst>
              </p:cNvPr>
              <p:cNvSpPr txBox="1"/>
              <p:nvPr/>
            </p:nvSpPr>
            <p:spPr>
              <a:xfrm>
                <a:off x="4394252" y="1577307"/>
                <a:ext cx="3693755" cy="3792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"/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"/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PT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A2E91638-54CF-9573-EBF8-62181CDA0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52" y="1577307"/>
                <a:ext cx="3693755" cy="379206"/>
              </a:xfrm>
              <a:prstGeom prst="rect">
                <a:avLst/>
              </a:prstGeom>
              <a:blipFill>
                <a:blip r:embed="rId5"/>
                <a:stretch>
                  <a:fillRect l="-12715" t="-164516" r="-9622" b="-2387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185EA58-C699-4D7A-6F79-68AC1F170805}"/>
              </a:ext>
            </a:extLst>
          </p:cNvPr>
          <p:cNvGrpSpPr/>
          <p:nvPr/>
        </p:nvGrpSpPr>
        <p:grpSpPr>
          <a:xfrm>
            <a:off x="477275" y="1982112"/>
            <a:ext cx="531439" cy="361777"/>
            <a:chOff x="5419646" y="4385129"/>
            <a:chExt cx="531439" cy="36177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EC21851-6D05-B820-D112-FB3CD853BC04}"/>
                </a:ext>
              </a:extLst>
            </p:cNvPr>
            <p:cNvSpPr/>
            <p:nvPr/>
          </p:nvSpPr>
          <p:spPr>
            <a:xfrm>
              <a:off x="5631366" y="4638906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DDB64336-29C4-5A2D-BD6B-D03B8B1A859A}"/>
                </a:ext>
              </a:extLst>
            </p:cNvPr>
            <p:cNvSpPr txBox="1"/>
            <p:nvPr/>
          </p:nvSpPr>
          <p:spPr>
            <a:xfrm>
              <a:off x="5419646" y="4385129"/>
              <a:ext cx="5314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000</a:t>
              </a:r>
            </a:p>
          </p:txBody>
        </p:sp>
      </p:grpSp>
      <p:grpSp>
        <p:nvGrpSpPr>
          <p:cNvPr id="190" name="!!Circuito">
            <a:extLst>
              <a:ext uri="{FF2B5EF4-FFF2-40B4-BE49-F238E27FC236}">
                <a16:creationId xmlns:a16="http://schemas.microsoft.com/office/drawing/2014/main" id="{3BEC92F6-5FC1-3B1D-C021-7E0E2E078E2F}"/>
              </a:ext>
            </a:extLst>
          </p:cNvPr>
          <p:cNvGrpSpPr/>
          <p:nvPr/>
        </p:nvGrpSpPr>
        <p:grpSpPr>
          <a:xfrm>
            <a:off x="881568" y="4765392"/>
            <a:ext cx="2696437" cy="1379285"/>
            <a:chOff x="881568" y="4765392"/>
            <a:chExt cx="2696437" cy="1379285"/>
          </a:xfrm>
        </p:grpSpPr>
        <p:grpSp>
          <p:nvGrpSpPr>
            <p:cNvPr id="189" name="Agrupar 188">
              <a:extLst>
                <a:ext uri="{FF2B5EF4-FFF2-40B4-BE49-F238E27FC236}">
                  <a16:creationId xmlns:a16="http://schemas.microsoft.com/office/drawing/2014/main" id="{33DFA1A1-A184-E81C-08B1-3B8A1B2CDA23}"/>
                </a:ext>
              </a:extLst>
            </p:cNvPr>
            <p:cNvGrpSpPr/>
            <p:nvPr/>
          </p:nvGrpSpPr>
          <p:grpSpPr>
            <a:xfrm>
              <a:off x="2051898" y="4927982"/>
              <a:ext cx="360000" cy="955256"/>
              <a:chOff x="2195906" y="4946709"/>
              <a:chExt cx="360000" cy="955256"/>
            </a:xfrm>
          </p:grpSpPr>
          <p:grpSp>
            <p:nvGrpSpPr>
              <p:cNvPr id="8" name="!!Gate4">
                <a:extLst>
                  <a:ext uri="{FF2B5EF4-FFF2-40B4-BE49-F238E27FC236}">
                    <a16:creationId xmlns:a16="http://schemas.microsoft.com/office/drawing/2014/main" id="{8C3D2AB5-2BE5-7FCF-D165-721EE513BB09}"/>
                  </a:ext>
                </a:extLst>
              </p:cNvPr>
              <p:cNvGrpSpPr/>
              <p:nvPr/>
            </p:nvGrpSpPr>
            <p:grpSpPr>
              <a:xfrm>
                <a:off x="2195906" y="4985665"/>
                <a:ext cx="360000" cy="916300"/>
                <a:chOff x="2118732" y="2261831"/>
                <a:chExt cx="360000" cy="916300"/>
              </a:xfrm>
            </p:grpSpPr>
            <p:cxnSp>
              <p:nvCxnSpPr>
                <p:cNvPr id="9" name="Conexão Reta 8">
                  <a:extLst>
                    <a:ext uri="{FF2B5EF4-FFF2-40B4-BE49-F238E27FC236}">
                      <a16:creationId xmlns:a16="http://schemas.microsoft.com/office/drawing/2014/main" id="{E4F8C23C-E1CE-9A66-B920-418EFFA18D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36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exão Reta 9">
                  <a:extLst>
                    <a:ext uri="{FF2B5EF4-FFF2-40B4-BE49-F238E27FC236}">
                      <a16:creationId xmlns:a16="http://schemas.microsoft.com/office/drawing/2014/main" id="{B5D839D1-1EC7-DEA3-4604-1237E84D8A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46041"/>
                  <a:ext cx="36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Conexão Reta 10">
                  <a:extLst>
                    <a:ext uri="{FF2B5EF4-FFF2-40B4-BE49-F238E27FC236}">
                      <a16:creationId xmlns:a16="http://schemas.microsoft.com/office/drawing/2014/main" id="{E356BF4A-4287-ACCA-6820-C4CC4730B4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78131"/>
                  <a:ext cx="36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B31441A-F59D-74BB-384E-BBFB4F8607F8}"/>
                  </a:ext>
                </a:extLst>
              </p:cNvPr>
              <p:cNvSpPr/>
              <p:nvPr/>
            </p:nvSpPr>
            <p:spPr>
              <a:xfrm>
                <a:off x="2328421" y="4946709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u 12">
                <a:extLst>
                  <a:ext uri="{FF2B5EF4-FFF2-40B4-BE49-F238E27FC236}">
                    <a16:creationId xmlns:a16="http://schemas.microsoft.com/office/drawing/2014/main" id="{AEDA281B-5139-3AF4-63A0-197781FF30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10421" y="5396805"/>
                <a:ext cx="144000" cy="144000"/>
              </a:xfrm>
              <a:prstGeom prst="flowChartOr">
                <a:avLst/>
              </a:prstGeom>
              <a:solidFill>
                <a:srgbClr val="9E8679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5" name="Conexão Reta 14">
                <a:extLst>
                  <a:ext uri="{FF2B5EF4-FFF2-40B4-BE49-F238E27FC236}">
                    <a16:creationId xmlns:a16="http://schemas.microsoft.com/office/drawing/2014/main" id="{DC53D991-ECA8-32AF-5B07-4DAD14B009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82421" y="4993865"/>
                <a:ext cx="1894" cy="468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Agrupar 93">
              <a:extLst>
                <a:ext uri="{FF2B5EF4-FFF2-40B4-BE49-F238E27FC236}">
                  <a16:creationId xmlns:a16="http://schemas.microsoft.com/office/drawing/2014/main" id="{CC37FE32-446B-9564-E198-13011FA4A38F}"/>
                </a:ext>
              </a:extLst>
            </p:cNvPr>
            <p:cNvGrpSpPr/>
            <p:nvPr/>
          </p:nvGrpSpPr>
          <p:grpSpPr>
            <a:xfrm>
              <a:off x="881568" y="4765392"/>
              <a:ext cx="652423" cy="1379285"/>
              <a:chOff x="1635635" y="4067390"/>
              <a:chExt cx="652423" cy="1379285"/>
            </a:xfrm>
          </p:grpSpPr>
          <p:grpSp>
            <p:nvGrpSpPr>
              <p:cNvPr id="28" name="Agrupar 27">
                <a:extLst>
                  <a:ext uri="{FF2B5EF4-FFF2-40B4-BE49-F238E27FC236}">
                    <a16:creationId xmlns:a16="http://schemas.microsoft.com/office/drawing/2014/main" id="{39E30B03-A255-919D-8360-4027CF652BFF}"/>
                  </a:ext>
                </a:extLst>
              </p:cNvPr>
              <p:cNvGrpSpPr/>
              <p:nvPr/>
            </p:nvGrpSpPr>
            <p:grpSpPr>
              <a:xfrm>
                <a:off x="1635635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22" name="Conexão Reta 21">
                  <a:extLst>
                    <a:ext uri="{FF2B5EF4-FFF2-40B4-BE49-F238E27FC236}">
                      <a16:creationId xmlns:a16="http://schemas.microsoft.com/office/drawing/2014/main" id="{0A2BFE48-BE23-3690-8C1E-1CD13AE35B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exão Reta 22">
                  <a:extLst>
                    <a:ext uri="{FF2B5EF4-FFF2-40B4-BE49-F238E27FC236}">
                      <a16:creationId xmlns:a16="http://schemas.microsoft.com/office/drawing/2014/main" id="{AADB89B6-9F26-30E6-C8D3-4229FA5A59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exão Reta 24">
                  <a:extLst>
                    <a:ext uri="{FF2B5EF4-FFF2-40B4-BE49-F238E27FC236}">
                      <a16:creationId xmlns:a16="http://schemas.microsoft.com/office/drawing/2014/main" id="{5F1DA913-59B4-D6AC-0625-C33CB8001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!!Gate1">
                    <a:extLst>
                      <a:ext uri="{FF2B5EF4-FFF2-40B4-BE49-F238E27FC236}">
                        <a16:creationId xmlns:a16="http://schemas.microsoft.com/office/drawing/2014/main" id="{9A8D7860-D90A-CB63-E161-F93362BF68CD}"/>
                      </a:ext>
                    </a:extLst>
                  </p:cNvPr>
                  <p:cNvSpPr/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3" name="!!Gate1">
                    <a:extLst>
                      <a:ext uri="{FF2B5EF4-FFF2-40B4-BE49-F238E27FC236}">
                        <a16:creationId xmlns:a16="http://schemas.microsoft.com/office/drawing/2014/main" id="{9A8D7860-D90A-CB63-E161-F93362BF68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632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!!Gate2">
                    <a:extLst>
                      <a:ext uri="{FF2B5EF4-FFF2-40B4-BE49-F238E27FC236}">
                        <a16:creationId xmlns:a16="http://schemas.microsoft.com/office/drawing/2014/main" id="{2D64516D-1707-9875-9A57-41E4A66C3389}"/>
                      </a:ext>
                    </a:extLst>
                  </p:cNvPr>
                  <p:cNvSpPr/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6" name="!!Gate2">
                    <a:extLst>
                      <a:ext uri="{FF2B5EF4-FFF2-40B4-BE49-F238E27FC236}">
                        <a16:creationId xmlns:a16="http://schemas.microsoft.com/office/drawing/2014/main" id="{2D64516D-1707-9875-9A57-41E4A66C338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632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!!Gate3">
                    <a:extLst>
                      <a:ext uri="{FF2B5EF4-FFF2-40B4-BE49-F238E27FC236}">
                        <a16:creationId xmlns:a16="http://schemas.microsoft.com/office/drawing/2014/main" id="{45956623-F4D8-248F-9434-1BE1EEE4251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7" name="!!Gate3">
                    <a:extLst>
                      <a:ext uri="{FF2B5EF4-FFF2-40B4-BE49-F238E27FC236}">
                        <a16:creationId xmlns:a16="http://schemas.microsoft.com/office/drawing/2014/main" id="{45956623-F4D8-248F-9434-1BE1EEE4251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id="{B0E580F2-F118-08C7-F748-5E413EAF4844}"/>
                  </a:ext>
                </a:extLst>
              </p:cNvPr>
              <p:cNvGrpSpPr/>
              <p:nvPr/>
            </p:nvGrpSpPr>
            <p:grpSpPr>
              <a:xfrm>
                <a:off x="2180058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91" name="Conexão Reta 90">
                  <a:extLst>
                    <a:ext uri="{FF2B5EF4-FFF2-40B4-BE49-F238E27FC236}">
                      <a16:creationId xmlns:a16="http://schemas.microsoft.com/office/drawing/2014/main" id="{40E9637A-8129-1970-9BDB-B80FCE9086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Conexão Reta 91">
                  <a:extLst>
                    <a:ext uri="{FF2B5EF4-FFF2-40B4-BE49-F238E27FC236}">
                      <a16:creationId xmlns:a16="http://schemas.microsoft.com/office/drawing/2014/main" id="{DB8EBEBD-E10E-A5BD-D808-A427D7FDC5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Conexão Reta 92">
                  <a:extLst>
                    <a:ext uri="{FF2B5EF4-FFF2-40B4-BE49-F238E27FC236}">
                      <a16:creationId xmlns:a16="http://schemas.microsoft.com/office/drawing/2014/main" id="{D642A762-218C-CE05-A64E-C61E1C999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5" name="Agrupar 94">
              <a:extLst>
                <a:ext uri="{FF2B5EF4-FFF2-40B4-BE49-F238E27FC236}">
                  <a16:creationId xmlns:a16="http://schemas.microsoft.com/office/drawing/2014/main" id="{63BD351C-D61A-8589-C0E3-B44C68646842}"/>
                </a:ext>
              </a:extLst>
            </p:cNvPr>
            <p:cNvGrpSpPr/>
            <p:nvPr/>
          </p:nvGrpSpPr>
          <p:grpSpPr>
            <a:xfrm>
              <a:off x="2925582" y="4765392"/>
              <a:ext cx="652423" cy="1379285"/>
              <a:chOff x="1635635" y="4067390"/>
              <a:chExt cx="652423" cy="1379285"/>
            </a:xfrm>
          </p:grpSpPr>
          <p:grpSp>
            <p:nvGrpSpPr>
              <p:cNvPr id="96" name="Agrupar 95">
                <a:extLst>
                  <a:ext uri="{FF2B5EF4-FFF2-40B4-BE49-F238E27FC236}">
                    <a16:creationId xmlns:a16="http://schemas.microsoft.com/office/drawing/2014/main" id="{E724BA8D-BF1F-EA67-DFC2-022DBF7819B4}"/>
                  </a:ext>
                </a:extLst>
              </p:cNvPr>
              <p:cNvGrpSpPr/>
              <p:nvPr/>
            </p:nvGrpSpPr>
            <p:grpSpPr>
              <a:xfrm>
                <a:off x="1635635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104" name="Conexão Reta 103">
                  <a:extLst>
                    <a:ext uri="{FF2B5EF4-FFF2-40B4-BE49-F238E27FC236}">
                      <a16:creationId xmlns:a16="http://schemas.microsoft.com/office/drawing/2014/main" id="{B225DA36-8B57-357E-B2F6-FF60192D34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Conexão Reta 104">
                  <a:extLst>
                    <a:ext uri="{FF2B5EF4-FFF2-40B4-BE49-F238E27FC236}">
                      <a16:creationId xmlns:a16="http://schemas.microsoft.com/office/drawing/2014/main" id="{A7C50784-6970-CCE1-AF35-6E9FED0125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Conexão Reta 105">
                  <a:extLst>
                    <a:ext uri="{FF2B5EF4-FFF2-40B4-BE49-F238E27FC236}">
                      <a16:creationId xmlns:a16="http://schemas.microsoft.com/office/drawing/2014/main" id="{2D8ADE1D-4939-7AED-87EE-C56061618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!!Gate1">
                    <a:extLst>
                      <a:ext uri="{FF2B5EF4-FFF2-40B4-BE49-F238E27FC236}">
                        <a16:creationId xmlns:a16="http://schemas.microsoft.com/office/drawing/2014/main" id="{B073894D-CD56-B32F-8AC2-668F7BE8636C}"/>
                      </a:ext>
                    </a:extLst>
                  </p:cNvPr>
                  <p:cNvSpPr/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7" name="!!Gate1">
                    <a:extLst>
                      <a:ext uri="{FF2B5EF4-FFF2-40B4-BE49-F238E27FC236}">
                        <a16:creationId xmlns:a16="http://schemas.microsoft.com/office/drawing/2014/main" id="{B073894D-CD56-B32F-8AC2-668F7BE863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067390"/>
                    <a:ext cx="432000" cy="43200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5405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!!Gate2">
                    <a:extLst>
                      <a:ext uri="{FF2B5EF4-FFF2-40B4-BE49-F238E27FC236}">
                        <a16:creationId xmlns:a16="http://schemas.microsoft.com/office/drawing/2014/main" id="{0CDEEEB8-9EC7-EB20-A68A-A0186D5C253E}"/>
                      </a:ext>
                    </a:extLst>
                  </p:cNvPr>
                  <p:cNvSpPr/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8" name="!!Gate2">
                    <a:extLst>
                      <a:ext uri="{FF2B5EF4-FFF2-40B4-BE49-F238E27FC236}">
                        <a16:creationId xmlns:a16="http://schemas.microsoft.com/office/drawing/2014/main" id="{0CDEEEB8-9EC7-EB20-A68A-A0186D5C253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4541032"/>
                    <a:ext cx="432000" cy="432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703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!!Gate3">
                    <a:extLst>
                      <a:ext uri="{FF2B5EF4-FFF2-40B4-BE49-F238E27FC236}">
                        <a16:creationId xmlns:a16="http://schemas.microsoft.com/office/drawing/2014/main" id="{172F50FE-D046-F82A-7D78-C39A4AF8B7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solidFill>
                    <a:srgbClr val="686E75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9" name="!!Gate3">
                    <a:extLst>
                      <a:ext uri="{FF2B5EF4-FFF2-40B4-BE49-F238E27FC236}">
                        <a16:creationId xmlns:a16="http://schemas.microsoft.com/office/drawing/2014/main" id="{172F50FE-D046-F82A-7D78-C39A4AF8B7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6191" y="5014675"/>
                    <a:ext cx="432000" cy="43200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8919"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id="{A8EFF867-8340-0D56-3218-2D8F5AEDAF09}"/>
                  </a:ext>
                </a:extLst>
              </p:cNvPr>
              <p:cNvGrpSpPr/>
              <p:nvPr/>
            </p:nvGrpSpPr>
            <p:grpSpPr>
              <a:xfrm>
                <a:off x="2180058" y="4270750"/>
                <a:ext cx="108000" cy="929523"/>
                <a:chOff x="2118732" y="2261831"/>
                <a:chExt cx="180000" cy="929523"/>
              </a:xfrm>
            </p:grpSpPr>
            <p:cxnSp>
              <p:nvCxnSpPr>
                <p:cNvPr id="101" name="Conexão Reta 100">
                  <a:extLst>
                    <a:ext uri="{FF2B5EF4-FFF2-40B4-BE49-F238E27FC236}">
                      <a16:creationId xmlns:a16="http://schemas.microsoft.com/office/drawing/2014/main" id="{1816694C-3F82-816D-5F4A-3BB616656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261831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Conexão Reta 101">
                  <a:extLst>
                    <a:ext uri="{FF2B5EF4-FFF2-40B4-BE49-F238E27FC236}">
                      <a16:creationId xmlns:a16="http://schemas.microsoft.com/office/drawing/2014/main" id="{3310E386-DE56-7CC0-0769-6524B5F449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2734343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Conexão Reta 102">
                  <a:extLst>
                    <a:ext uri="{FF2B5EF4-FFF2-40B4-BE49-F238E27FC236}">
                      <a16:creationId xmlns:a16="http://schemas.microsoft.com/office/drawing/2014/main" id="{DD87B547-2DB6-4F48-038E-F78AFDB639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18732" y="3191354"/>
                  <a:ext cx="180000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FE2FF8D3-3E02-A2D4-DAC5-548EB1CEDFD7}"/>
              </a:ext>
            </a:extLst>
          </p:cNvPr>
          <p:cNvGrpSpPr/>
          <p:nvPr/>
        </p:nvGrpSpPr>
        <p:grpSpPr>
          <a:xfrm>
            <a:off x="1473650" y="1982112"/>
            <a:ext cx="538759" cy="2587154"/>
            <a:chOff x="5829570" y="2744755"/>
            <a:chExt cx="538759" cy="2587154"/>
          </a:xfrm>
        </p:grpSpPr>
        <p:grpSp>
          <p:nvGrpSpPr>
            <p:cNvPr id="109" name="Agrupar 108">
              <a:extLst>
                <a:ext uri="{FF2B5EF4-FFF2-40B4-BE49-F238E27FC236}">
                  <a16:creationId xmlns:a16="http://schemas.microsoft.com/office/drawing/2014/main" id="{C56251A2-4A8B-91AC-D145-3A8B2EE5918E}"/>
                </a:ext>
              </a:extLst>
            </p:cNvPr>
            <p:cNvGrpSpPr/>
            <p:nvPr/>
          </p:nvGrpSpPr>
          <p:grpSpPr>
            <a:xfrm>
              <a:off x="5829570" y="2744755"/>
              <a:ext cx="532149" cy="1320577"/>
              <a:chOff x="5829570" y="2744755"/>
              <a:chExt cx="532149" cy="1320577"/>
            </a:xfrm>
          </p:grpSpPr>
          <p:grpSp>
            <p:nvGrpSpPr>
              <p:cNvPr id="123" name="Agrupar 122">
                <a:extLst>
                  <a:ext uri="{FF2B5EF4-FFF2-40B4-BE49-F238E27FC236}">
                    <a16:creationId xmlns:a16="http://schemas.microsoft.com/office/drawing/2014/main" id="{92429E0D-C444-699E-433C-AD2427311673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34" name="CaixaDeTexto 133">
                  <a:extLst>
                    <a:ext uri="{FF2B5EF4-FFF2-40B4-BE49-F238E27FC236}">
                      <a16:creationId xmlns:a16="http://schemas.microsoft.com/office/drawing/2014/main" id="{6FE9E8B8-7C27-8708-DBD1-C73977D42734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37633507-3773-48A1-1724-328E6B225C57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24" name="Agrupar 123">
                <a:extLst>
                  <a:ext uri="{FF2B5EF4-FFF2-40B4-BE49-F238E27FC236}">
                    <a16:creationId xmlns:a16="http://schemas.microsoft.com/office/drawing/2014/main" id="{1019C492-686A-8328-5C3D-06963CEC9C84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31" name="Oval 130">
                  <a:extLst>
                    <a:ext uri="{FF2B5EF4-FFF2-40B4-BE49-F238E27FC236}">
                      <a16:creationId xmlns:a16="http://schemas.microsoft.com/office/drawing/2014/main" id="{01823C02-0974-ACCD-E975-3FA2FC179DC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2" name="CaixaDeTexto 131">
                  <a:extLst>
                    <a:ext uri="{FF2B5EF4-FFF2-40B4-BE49-F238E27FC236}">
                      <a16:creationId xmlns:a16="http://schemas.microsoft.com/office/drawing/2014/main" id="{C2A4FA02-F1EF-6D99-F198-C4551DE7FA8D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001</a:t>
                  </a:r>
                </a:p>
              </p:txBody>
            </p:sp>
          </p:grpSp>
          <p:grpSp>
            <p:nvGrpSpPr>
              <p:cNvPr id="125" name="Agrupar 124">
                <a:extLst>
                  <a:ext uri="{FF2B5EF4-FFF2-40B4-BE49-F238E27FC236}">
                    <a16:creationId xmlns:a16="http://schemas.microsoft.com/office/drawing/2014/main" id="{4918B6AF-81CA-DC13-0C4E-34C8C792F589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84FB1108-D5FA-8866-82E5-012583D7DF9D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0" name="CaixaDeTexto 129">
                  <a:extLst>
                    <a:ext uri="{FF2B5EF4-FFF2-40B4-BE49-F238E27FC236}">
                      <a16:creationId xmlns:a16="http://schemas.microsoft.com/office/drawing/2014/main" id="{7A593CE0-09AB-54B0-7AEA-22573415A178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010</a:t>
                  </a:r>
                </a:p>
              </p:txBody>
            </p:sp>
          </p:grpSp>
          <p:grpSp>
            <p:nvGrpSpPr>
              <p:cNvPr id="126" name="Agrupar 125">
                <a:extLst>
                  <a:ext uri="{FF2B5EF4-FFF2-40B4-BE49-F238E27FC236}">
                    <a16:creationId xmlns:a16="http://schemas.microsoft.com/office/drawing/2014/main" id="{98C245D6-1E3A-2032-7C15-5DACA82CDE20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2F440055-CE63-1165-68AF-E42D5EE58B06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8" name="CaixaDeTexto 127">
                  <a:extLst>
                    <a:ext uri="{FF2B5EF4-FFF2-40B4-BE49-F238E27FC236}">
                      <a16:creationId xmlns:a16="http://schemas.microsoft.com/office/drawing/2014/main" id="{D9B04102-ECB0-FA0B-B6DE-05EB261655DA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011</a:t>
                  </a:r>
                </a:p>
              </p:txBody>
            </p:sp>
          </p:grpSp>
        </p:grpSp>
        <p:grpSp>
          <p:nvGrpSpPr>
            <p:cNvPr id="110" name="Agrupar 109">
              <a:extLst>
                <a:ext uri="{FF2B5EF4-FFF2-40B4-BE49-F238E27FC236}">
                  <a16:creationId xmlns:a16="http://schemas.microsoft.com/office/drawing/2014/main" id="{F04BB1B4-F9AC-B62A-232A-6CDD47F4E62F}"/>
                </a:ext>
              </a:extLst>
            </p:cNvPr>
            <p:cNvGrpSpPr/>
            <p:nvPr/>
          </p:nvGrpSpPr>
          <p:grpSpPr>
            <a:xfrm>
              <a:off x="5836180" y="4011332"/>
              <a:ext cx="532149" cy="1320577"/>
              <a:chOff x="5829570" y="2744755"/>
              <a:chExt cx="532149" cy="1320577"/>
            </a:xfrm>
          </p:grpSpPr>
          <p:grpSp>
            <p:nvGrpSpPr>
              <p:cNvPr id="111" name="Agrupar 110">
                <a:extLst>
                  <a:ext uri="{FF2B5EF4-FFF2-40B4-BE49-F238E27FC236}">
                    <a16:creationId xmlns:a16="http://schemas.microsoft.com/office/drawing/2014/main" id="{3DED503D-FF97-EBB4-F0C0-C9E9022E262C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9E481266-2EDB-D799-B6BC-FCF4F07FEFAB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2" name="CaixaDeTexto 121">
                  <a:extLst>
                    <a:ext uri="{FF2B5EF4-FFF2-40B4-BE49-F238E27FC236}">
                      <a16:creationId xmlns:a16="http://schemas.microsoft.com/office/drawing/2014/main" id="{2916E368-D215-094A-978C-1E59E700C494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100</a:t>
                  </a:r>
                </a:p>
              </p:txBody>
            </p:sp>
          </p:grpSp>
          <p:grpSp>
            <p:nvGrpSpPr>
              <p:cNvPr id="112" name="Agrupar 111">
                <a:extLst>
                  <a:ext uri="{FF2B5EF4-FFF2-40B4-BE49-F238E27FC236}">
                    <a16:creationId xmlns:a16="http://schemas.microsoft.com/office/drawing/2014/main" id="{E8463BDB-4D04-FAA6-CE88-674A2447D7D8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74573268-BE64-F56E-3F39-6D4CA375E19D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20" name="CaixaDeTexto 119">
                  <a:extLst>
                    <a:ext uri="{FF2B5EF4-FFF2-40B4-BE49-F238E27FC236}">
                      <a16:creationId xmlns:a16="http://schemas.microsoft.com/office/drawing/2014/main" id="{14F46CC2-248E-27BA-D903-EE83B20A2DE5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101</a:t>
                  </a:r>
                </a:p>
              </p:txBody>
            </p:sp>
          </p:grpSp>
          <p:grpSp>
            <p:nvGrpSpPr>
              <p:cNvPr id="113" name="Agrupar 112">
                <a:extLst>
                  <a:ext uri="{FF2B5EF4-FFF2-40B4-BE49-F238E27FC236}">
                    <a16:creationId xmlns:a16="http://schemas.microsoft.com/office/drawing/2014/main" id="{D3765E67-5C60-6F3F-C456-7DC093A70206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949A05C1-342B-FAD4-9FA2-0647DCD4BE47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" name="CaixaDeTexto 117">
                  <a:extLst>
                    <a:ext uri="{FF2B5EF4-FFF2-40B4-BE49-F238E27FC236}">
                      <a16:creationId xmlns:a16="http://schemas.microsoft.com/office/drawing/2014/main" id="{45F2814B-5985-2A40-6F4B-521E8893E73B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110</a:t>
                  </a:r>
                </a:p>
              </p:txBody>
            </p:sp>
          </p:grpSp>
          <p:grpSp>
            <p:nvGrpSpPr>
              <p:cNvPr id="114" name="Agrupar 113">
                <a:extLst>
                  <a:ext uri="{FF2B5EF4-FFF2-40B4-BE49-F238E27FC236}">
                    <a16:creationId xmlns:a16="http://schemas.microsoft.com/office/drawing/2014/main" id="{B3769868-8375-4BA1-4DFB-7CBADD4278F8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3630F14C-BFF3-1331-96AE-37E2862FB29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6" name="CaixaDeTexto 115">
                  <a:extLst>
                    <a:ext uri="{FF2B5EF4-FFF2-40B4-BE49-F238E27FC236}">
                      <a16:creationId xmlns:a16="http://schemas.microsoft.com/office/drawing/2014/main" id="{179BF0E5-DC47-8F57-4BC8-DF046305B326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111</a:t>
                  </a:r>
                </a:p>
              </p:txBody>
            </p:sp>
          </p:grpSp>
        </p:grpSp>
      </p:grp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D88DEDC6-7EFA-9429-6E29-59F7CEED24A0}"/>
              </a:ext>
            </a:extLst>
          </p:cNvPr>
          <p:cNvGrpSpPr/>
          <p:nvPr/>
        </p:nvGrpSpPr>
        <p:grpSpPr>
          <a:xfrm>
            <a:off x="2470735" y="1982112"/>
            <a:ext cx="538759" cy="2587154"/>
            <a:chOff x="5829570" y="2744755"/>
            <a:chExt cx="538759" cy="2587154"/>
          </a:xfrm>
        </p:grpSpPr>
        <p:grpSp>
          <p:nvGrpSpPr>
            <p:cNvPr id="136" name="Agrupar 135">
              <a:extLst>
                <a:ext uri="{FF2B5EF4-FFF2-40B4-BE49-F238E27FC236}">
                  <a16:creationId xmlns:a16="http://schemas.microsoft.com/office/drawing/2014/main" id="{6E5D729A-09B1-5BF3-638C-42C4020E669C}"/>
                </a:ext>
              </a:extLst>
            </p:cNvPr>
            <p:cNvGrpSpPr/>
            <p:nvPr/>
          </p:nvGrpSpPr>
          <p:grpSpPr>
            <a:xfrm>
              <a:off x="5829570" y="2744755"/>
              <a:ext cx="532149" cy="1320577"/>
              <a:chOff x="5829570" y="2744755"/>
              <a:chExt cx="532149" cy="1320577"/>
            </a:xfrm>
          </p:grpSpPr>
          <p:grpSp>
            <p:nvGrpSpPr>
              <p:cNvPr id="150" name="Agrupar 149">
                <a:extLst>
                  <a:ext uri="{FF2B5EF4-FFF2-40B4-BE49-F238E27FC236}">
                    <a16:creationId xmlns:a16="http://schemas.microsoft.com/office/drawing/2014/main" id="{3715ED0D-4B1A-DC9E-4849-C3BF6675F666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19FE641C-B53F-D3C6-00DA-7D424C82D16A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1" name="CaixaDeTexto 160">
                  <a:extLst>
                    <a:ext uri="{FF2B5EF4-FFF2-40B4-BE49-F238E27FC236}">
                      <a16:creationId xmlns:a16="http://schemas.microsoft.com/office/drawing/2014/main" id="{76CE8027-0252-9138-469F-8C79BF2339D8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p:grpSp>
            <p:nvGrpSpPr>
              <p:cNvPr id="151" name="Agrupar 150">
                <a:extLst>
                  <a:ext uri="{FF2B5EF4-FFF2-40B4-BE49-F238E27FC236}">
                    <a16:creationId xmlns:a16="http://schemas.microsoft.com/office/drawing/2014/main" id="{C4C3C576-8136-7B73-8E4C-D1306F43B0DD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58" name="Oval 157">
                  <a:extLst>
                    <a:ext uri="{FF2B5EF4-FFF2-40B4-BE49-F238E27FC236}">
                      <a16:creationId xmlns:a16="http://schemas.microsoft.com/office/drawing/2014/main" id="{6CA9D879-3873-819D-B5B6-FEBBD9FCFF5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9" name="CaixaDeTexto 158">
                  <a:extLst>
                    <a:ext uri="{FF2B5EF4-FFF2-40B4-BE49-F238E27FC236}">
                      <a16:creationId xmlns:a16="http://schemas.microsoft.com/office/drawing/2014/main" id="{A153320E-0F4E-335B-3C5E-5CD65B5A91C5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001</a:t>
                  </a:r>
                </a:p>
              </p:txBody>
            </p:sp>
          </p:grpSp>
          <p:grpSp>
            <p:nvGrpSpPr>
              <p:cNvPr id="152" name="Agrupar 151">
                <a:extLst>
                  <a:ext uri="{FF2B5EF4-FFF2-40B4-BE49-F238E27FC236}">
                    <a16:creationId xmlns:a16="http://schemas.microsoft.com/office/drawing/2014/main" id="{4A123532-31A4-CD00-813D-3E12E953C88A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09610B26-A550-2D97-5134-44976D7CB8B4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7" name="CaixaDeTexto 156">
                  <a:extLst>
                    <a:ext uri="{FF2B5EF4-FFF2-40B4-BE49-F238E27FC236}">
                      <a16:creationId xmlns:a16="http://schemas.microsoft.com/office/drawing/2014/main" id="{FF00B370-935B-0858-371D-7D9B1566F6F1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010</a:t>
                  </a:r>
                </a:p>
              </p:txBody>
            </p:sp>
          </p:grpSp>
          <p:grpSp>
            <p:nvGrpSpPr>
              <p:cNvPr id="153" name="Agrupar 152">
                <a:extLst>
                  <a:ext uri="{FF2B5EF4-FFF2-40B4-BE49-F238E27FC236}">
                    <a16:creationId xmlns:a16="http://schemas.microsoft.com/office/drawing/2014/main" id="{9936271E-BDE5-8E9F-12A8-7BB81AF057F8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32768F7F-8280-1157-87A1-1B0712B5AC4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5" name="CaixaDeTexto 154">
                  <a:extLst>
                    <a:ext uri="{FF2B5EF4-FFF2-40B4-BE49-F238E27FC236}">
                      <a16:creationId xmlns:a16="http://schemas.microsoft.com/office/drawing/2014/main" id="{5F422AA6-9279-C043-4F99-D1974EF99AE5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011</a:t>
                  </a:r>
                </a:p>
              </p:txBody>
            </p:sp>
          </p:grpSp>
        </p:grpSp>
        <p:grpSp>
          <p:nvGrpSpPr>
            <p:cNvPr id="137" name="Agrupar 136">
              <a:extLst>
                <a:ext uri="{FF2B5EF4-FFF2-40B4-BE49-F238E27FC236}">
                  <a16:creationId xmlns:a16="http://schemas.microsoft.com/office/drawing/2014/main" id="{D9B0BAA7-C494-DA7A-3F79-5E70099AB1FC}"/>
                </a:ext>
              </a:extLst>
            </p:cNvPr>
            <p:cNvGrpSpPr/>
            <p:nvPr/>
          </p:nvGrpSpPr>
          <p:grpSpPr>
            <a:xfrm>
              <a:off x="5836180" y="4011332"/>
              <a:ext cx="532149" cy="1320577"/>
              <a:chOff x="5829570" y="2744755"/>
              <a:chExt cx="532149" cy="1320577"/>
            </a:xfrm>
          </p:grpSpPr>
          <p:grpSp>
            <p:nvGrpSpPr>
              <p:cNvPr id="138" name="Agrupar 137">
                <a:extLst>
                  <a:ext uri="{FF2B5EF4-FFF2-40B4-BE49-F238E27FC236}">
                    <a16:creationId xmlns:a16="http://schemas.microsoft.com/office/drawing/2014/main" id="{A7E91174-E3AF-E0F1-8BDA-050628230913}"/>
                  </a:ext>
                </a:extLst>
              </p:cNvPr>
              <p:cNvGrpSpPr/>
              <p:nvPr/>
            </p:nvGrpSpPr>
            <p:grpSpPr>
              <a:xfrm>
                <a:off x="5830280" y="27447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87FB55D4-4FE8-56E1-5D6D-362E69C9BAED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9" name="CaixaDeTexto 148">
                  <a:extLst>
                    <a:ext uri="{FF2B5EF4-FFF2-40B4-BE49-F238E27FC236}">
                      <a16:creationId xmlns:a16="http://schemas.microsoft.com/office/drawing/2014/main" id="{1E4BFA39-254F-B129-0A24-6442DBD40C8F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100</a:t>
                  </a:r>
                </a:p>
              </p:txBody>
            </p:sp>
          </p:grpSp>
          <p:grpSp>
            <p:nvGrpSpPr>
              <p:cNvPr id="139" name="Agrupar 138">
                <a:extLst>
                  <a:ext uri="{FF2B5EF4-FFF2-40B4-BE49-F238E27FC236}">
                    <a16:creationId xmlns:a16="http://schemas.microsoft.com/office/drawing/2014/main" id="{FE52EF62-18EE-971E-CCFE-4AD1A878606A}"/>
                  </a:ext>
                </a:extLst>
              </p:cNvPr>
              <p:cNvGrpSpPr/>
              <p:nvPr/>
            </p:nvGrpSpPr>
            <p:grpSpPr>
              <a:xfrm>
                <a:off x="5830280" y="3067223"/>
                <a:ext cx="531439" cy="361777"/>
                <a:chOff x="5419646" y="4385129"/>
                <a:chExt cx="531439" cy="361777"/>
              </a:xfrm>
            </p:grpSpPr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221D32A9-D662-494C-46FB-21EFDC6B2A66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7" name="CaixaDeTexto 146">
                  <a:extLst>
                    <a:ext uri="{FF2B5EF4-FFF2-40B4-BE49-F238E27FC236}">
                      <a16:creationId xmlns:a16="http://schemas.microsoft.com/office/drawing/2014/main" id="{18DFB661-D869-D0F0-C8EC-8A773AF55CCC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101</a:t>
                  </a:r>
                </a:p>
              </p:txBody>
            </p:sp>
          </p:grpSp>
          <p:grpSp>
            <p:nvGrpSpPr>
              <p:cNvPr id="140" name="Agrupar 139">
                <a:extLst>
                  <a:ext uri="{FF2B5EF4-FFF2-40B4-BE49-F238E27FC236}">
                    <a16:creationId xmlns:a16="http://schemas.microsoft.com/office/drawing/2014/main" id="{A9DFD1C8-C92B-A74F-2EFB-8EBF80DCFB69}"/>
                  </a:ext>
                </a:extLst>
              </p:cNvPr>
              <p:cNvGrpSpPr/>
              <p:nvPr/>
            </p:nvGrpSpPr>
            <p:grpSpPr>
              <a:xfrm>
                <a:off x="5829570" y="3382800"/>
                <a:ext cx="531439" cy="361777"/>
                <a:chOff x="5419646" y="4385129"/>
                <a:chExt cx="531439" cy="361777"/>
              </a:xfrm>
            </p:grpSpPr>
            <p:sp>
              <p:nvSpPr>
                <p:cNvPr id="144" name="Oval 143">
                  <a:extLst>
                    <a:ext uri="{FF2B5EF4-FFF2-40B4-BE49-F238E27FC236}">
                      <a16:creationId xmlns:a16="http://schemas.microsoft.com/office/drawing/2014/main" id="{680799D3-CFEA-5545-1681-4DF2874EA4DE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5" name="CaixaDeTexto 144">
                  <a:extLst>
                    <a:ext uri="{FF2B5EF4-FFF2-40B4-BE49-F238E27FC236}">
                      <a16:creationId xmlns:a16="http://schemas.microsoft.com/office/drawing/2014/main" id="{938DF8B4-DCB4-0CA7-084C-DF8BE357AD6D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110</a:t>
                  </a:r>
                </a:p>
              </p:txBody>
            </p:sp>
          </p:grpSp>
          <p:grpSp>
            <p:nvGrpSpPr>
              <p:cNvPr id="141" name="Agrupar 140">
                <a:extLst>
                  <a:ext uri="{FF2B5EF4-FFF2-40B4-BE49-F238E27FC236}">
                    <a16:creationId xmlns:a16="http://schemas.microsoft.com/office/drawing/2014/main" id="{0E3D9D43-C3B0-FE81-BD37-66BEC0819EEF}"/>
                  </a:ext>
                </a:extLst>
              </p:cNvPr>
              <p:cNvGrpSpPr/>
              <p:nvPr/>
            </p:nvGrpSpPr>
            <p:grpSpPr>
              <a:xfrm>
                <a:off x="5829570" y="3703555"/>
                <a:ext cx="531439" cy="361777"/>
                <a:chOff x="5419646" y="4385129"/>
                <a:chExt cx="531439" cy="361777"/>
              </a:xfrm>
            </p:grpSpPr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3787AF25-6AB7-B69E-5915-52EA04A3C153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43" name="CaixaDeTexto 142">
                  <a:extLst>
                    <a:ext uri="{FF2B5EF4-FFF2-40B4-BE49-F238E27FC236}">
                      <a16:creationId xmlns:a16="http://schemas.microsoft.com/office/drawing/2014/main" id="{17F09C18-24FD-0003-066B-DAC31B397D30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111</a:t>
                  </a:r>
                </a:p>
              </p:txBody>
            </p:sp>
          </p:grpSp>
        </p:grpSp>
      </p:grp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00C03EB1-4B5C-51BF-A00B-3E4D1CED7AE1}"/>
              </a:ext>
            </a:extLst>
          </p:cNvPr>
          <p:cNvGrpSpPr/>
          <p:nvPr/>
        </p:nvGrpSpPr>
        <p:grpSpPr>
          <a:xfrm>
            <a:off x="3468529" y="1982112"/>
            <a:ext cx="531439" cy="361777"/>
            <a:chOff x="5419646" y="4385129"/>
            <a:chExt cx="531439" cy="361777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16242A83-15BD-AC40-CC81-E6514AF8E468}"/>
                </a:ext>
              </a:extLst>
            </p:cNvPr>
            <p:cNvSpPr/>
            <p:nvPr/>
          </p:nvSpPr>
          <p:spPr>
            <a:xfrm>
              <a:off x="5631366" y="4638906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" name="CaixaDeTexto 187">
              <a:extLst>
                <a:ext uri="{FF2B5EF4-FFF2-40B4-BE49-F238E27FC236}">
                  <a16:creationId xmlns:a16="http://schemas.microsoft.com/office/drawing/2014/main" id="{316D2E68-B9D3-8E6B-85D0-2726B0457A30}"/>
                </a:ext>
              </a:extLst>
            </p:cNvPr>
            <p:cNvSpPr txBox="1"/>
            <p:nvPr/>
          </p:nvSpPr>
          <p:spPr>
            <a:xfrm>
              <a:off x="5419646" y="4385129"/>
              <a:ext cx="5314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000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CaixaDeTexto 192">
                <a:extLst>
                  <a:ext uri="{FF2B5EF4-FFF2-40B4-BE49-F238E27FC236}">
                    <a16:creationId xmlns:a16="http://schemas.microsoft.com/office/drawing/2014/main" id="{6EE03E2E-13CE-5063-D29A-71745419739A}"/>
                  </a:ext>
                </a:extLst>
              </p:cNvPr>
              <p:cNvSpPr txBox="1"/>
              <p:nvPr/>
            </p:nvSpPr>
            <p:spPr>
              <a:xfrm>
                <a:off x="4394252" y="2056352"/>
                <a:ext cx="7049505" cy="9310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PT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p>
                            <m:sSup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t-PT" sz="2000" i="1">
                              <a:latin typeface="Cambria Math" panose="02040503050406030204" pitchFamily="18" charset="0"/>
                            </a:rPr>
                            <m:t>⋯</m:t>
                          </m:r>
                          <m:nary>
                            <m:naryPr>
                              <m:chr m:val="∑"/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sSup>
                                <m:sSup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⟨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"/>
                                          <m:endChr m:val="|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"/>
                                      <m:endChr m:val="⟩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d>
                                    <m:d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∏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5"/>
                                            </m:r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  <m:sup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d>
                                            <m:dPr>
                                              <m:begChr m:val="⟨"/>
                                              <m:endChr m:val=""/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"/>
                                                  <m:endChr m:val="|"/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𝑙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  <m:sSub>
                                            <m:sSubPr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pt-PT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𝑈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"/>
                                              <m:endChr m:val="⟩"/>
                                              <m:ctrlPr>
                                                <a:rPr lang="en-GB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d>
                                                <m:dPr>
                                                  <m:begChr m:val="|"/>
                                                  <m:endChr m:val=""/>
                                                  <m:ctrlPr>
                                                    <a:rPr lang="en-GB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𝑠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𝑙</m:t>
                                                      </m:r>
                                                      <m:r>
                                                        <a:rPr lang="pt-PT" sz="20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nary>
                                    </m:e>
                                  </m:d>
                                  <m:d>
                                    <m:dPr>
                                      <m:begChr m:val="⟨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"/>
                                          <m:endChr m:val="|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pt-PT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sSub>
                                    <m:sSubPr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"/>
                                      <m:endChr m:val="⟩"/>
                                      <m:ctrlPr>
                                        <a:rPr lang="en-GB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"/>
                                          <m:ctrlPr>
                                            <a:rPr lang="en-GB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PT" sz="20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3" name="CaixaDeTexto 192">
                <a:extLst>
                  <a:ext uri="{FF2B5EF4-FFF2-40B4-BE49-F238E27FC236}">
                    <a16:creationId xmlns:a16="http://schemas.microsoft.com/office/drawing/2014/main" id="{6EE03E2E-13CE-5063-D29A-717454197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52" y="2056352"/>
                <a:ext cx="7049505" cy="931089"/>
              </a:xfrm>
              <a:prstGeom prst="rect">
                <a:avLst/>
              </a:prstGeom>
              <a:blipFill>
                <a:blip r:embed="rId11"/>
                <a:stretch>
                  <a:fillRect l="-7748" t="-101333" r="-2342" b="-15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72B5EA0-0A1A-700C-A4D7-BDB0ECF8DC6E}"/>
                  </a:ext>
                </a:extLst>
              </p:cNvPr>
              <p:cNvSpPr txBox="1"/>
              <p:nvPr/>
            </p:nvSpPr>
            <p:spPr>
              <a:xfrm>
                <a:off x="4486411" y="3370217"/>
                <a:ext cx="3219177" cy="400110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bg1"/>
                    </a:solidFill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path:</a:t>
                </a:r>
                <a:r>
                  <a:rPr lang="en-GB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pt-PT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F72B5EA0-0A1A-700C-A4D7-BDB0ECF8D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411" y="3370217"/>
                <a:ext cx="3219177" cy="400110"/>
              </a:xfrm>
              <a:prstGeom prst="rect">
                <a:avLst/>
              </a:prstGeom>
              <a:blipFill>
                <a:blip r:embed="rId12"/>
                <a:stretch>
                  <a:fillRect l="-1969" t="-115625" r="-7480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B04E965-E2BE-A53D-FEC0-A5CB59DE3D69}"/>
                  </a:ext>
                </a:extLst>
              </p:cNvPr>
              <p:cNvSpPr txBox="1"/>
              <p:nvPr/>
            </p:nvSpPr>
            <p:spPr>
              <a:xfrm>
                <a:off x="8224580" y="3353105"/>
                <a:ext cx="3219177" cy="400110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bg1"/>
                    </a:solidFill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path:</a:t>
                </a:r>
                <a:r>
                  <a:rPr lang="en-GB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pt-PT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</m:d>
                    <m:r>
                      <a:rPr lang="pt-P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begChr m:val=""/>
                        <m:endChr m:val="⟩"/>
                        <m:ctrlPr>
                          <a:rPr lang="en-GB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en-GB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B04E965-E2BE-A53D-FEC0-A5CB59DE3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580" y="3353105"/>
                <a:ext cx="3219177" cy="400110"/>
              </a:xfrm>
              <a:prstGeom prst="rect">
                <a:avLst/>
              </a:prstGeom>
              <a:blipFill>
                <a:blip r:embed="rId13"/>
                <a:stretch>
                  <a:fillRect l="-1969" t="-118750" r="-8268" b="-178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CA267568-1E8F-B754-EB0A-ECB222F5C1C8}"/>
                  </a:ext>
                </a:extLst>
              </p:cNvPr>
              <p:cNvSpPr txBox="1"/>
              <p:nvPr/>
            </p:nvSpPr>
            <p:spPr>
              <a:xfrm>
                <a:off x="1391737" y="1626421"/>
                <a:ext cx="740249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CA267568-1E8F-B754-EB0A-ECB222F5C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737" y="1626421"/>
                <a:ext cx="740249" cy="404983"/>
              </a:xfrm>
              <a:prstGeom prst="rect">
                <a:avLst/>
              </a:prstGeom>
              <a:blipFill>
                <a:blip r:embed="rId14"/>
                <a:stretch>
                  <a:fillRect l="-49153" t="-153125" r="-38983" b="-2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908C1D4D-8F9E-ECB2-28CD-460F114D25E1}"/>
                  </a:ext>
                </a:extLst>
              </p:cNvPr>
              <p:cNvSpPr txBox="1"/>
              <p:nvPr/>
            </p:nvSpPr>
            <p:spPr>
              <a:xfrm>
                <a:off x="2305889" y="1639630"/>
                <a:ext cx="740249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PT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pt-PT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908C1D4D-8F9E-ECB2-28CD-460F114D2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889" y="1639630"/>
                <a:ext cx="740249" cy="404983"/>
              </a:xfrm>
              <a:prstGeom prst="rect">
                <a:avLst/>
              </a:prstGeom>
              <a:blipFill>
                <a:blip r:embed="rId15"/>
                <a:stretch>
                  <a:fillRect l="-48333" t="-153125" r="-36667" b="-23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exão Reta Unidirecional 34">
            <a:extLst>
              <a:ext uri="{FF2B5EF4-FFF2-40B4-BE49-F238E27FC236}">
                <a16:creationId xmlns:a16="http://schemas.microsoft.com/office/drawing/2014/main" id="{16955CDD-1497-9C89-3E3A-B80362F14C94}"/>
              </a:ext>
            </a:extLst>
          </p:cNvPr>
          <p:cNvCxnSpPr>
            <a:cxnSpLocks/>
            <a:stCxn id="133" idx="6"/>
            <a:endCxn id="160" idx="2"/>
          </p:cNvCxnSpPr>
          <p:nvPr/>
        </p:nvCxnSpPr>
        <p:spPr>
          <a:xfrm>
            <a:off x="1794080" y="2289889"/>
            <a:ext cx="889085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xão Reta Unidirecional 35">
            <a:extLst>
              <a:ext uri="{FF2B5EF4-FFF2-40B4-BE49-F238E27FC236}">
                <a16:creationId xmlns:a16="http://schemas.microsoft.com/office/drawing/2014/main" id="{E3EBFC0C-86E8-D06C-E487-E1FA5E85FF5E}"/>
              </a:ext>
            </a:extLst>
          </p:cNvPr>
          <p:cNvCxnSpPr>
            <a:cxnSpLocks/>
            <a:stCxn id="160" idx="6"/>
            <a:endCxn id="187" idx="2"/>
          </p:cNvCxnSpPr>
          <p:nvPr/>
        </p:nvCxnSpPr>
        <p:spPr>
          <a:xfrm>
            <a:off x="2791165" y="2289889"/>
            <a:ext cx="889084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48C3F124-83F9-37D9-C3A5-955B69E0B516}"/>
                  </a:ext>
                </a:extLst>
              </p:cNvPr>
              <p:cNvSpPr txBox="1"/>
              <p:nvPr/>
            </p:nvSpPr>
            <p:spPr>
              <a:xfrm>
                <a:off x="4394252" y="4047735"/>
                <a:ext cx="3609337" cy="979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"/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pt-PT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"/>
                          <m:endChr m:val="⟩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PT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pt-PT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9"/>
                            </m:rP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sub>
                        <m:sup/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d>
                            <m:dPr>
                              <m:ctrlP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48C3F124-83F9-37D9-C3A5-955B69E0B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52" y="4047735"/>
                <a:ext cx="3609337" cy="979627"/>
              </a:xfrm>
              <a:prstGeom prst="rect">
                <a:avLst/>
              </a:prstGeom>
              <a:blipFill>
                <a:blip r:embed="rId16"/>
                <a:stretch>
                  <a:fillRect l="-4561" t="-135897" b="-178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CaixaDeTexto 246">
                <a:extLst>
                  <a:ext uri="{FF2B5EF4-FFF2-40B4-BE49-F238E27FC236}">
                    <a16:creationId xmlns:a16="http://schemas.microsoft.com/office/drawing/2014/main" id="{68DD8739-9227-1619-092E-69B85DD0007C}"/>
                  </a:ext>
                </a:extLst>
              </p:cNvPr>
              <p:cNvSpPr txBox="1"/>
              <p:nvPr/>
            </p:nvSpPr>
            <p:spPr>
              <a:xfrm>
                <a:off x="8224580" y="4202975"/>
                <a:ext cx="3355750" cy="476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P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−1)</m:t>
                          </m:r>
                        </m:sup>
                      </m:sSup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7" name="CaixaDeTexto 246">
                <a:extLst>
                  <a:ext uri="{FF2B5EF4-FFF2-40B4-BE49-F238E27FC236}">
                    <a16:creationId xmlns:a16="http://schemas.microsoft.com/office/drawing/2014/main" id="{68DD8739-9227-1619-092E-69B85DD00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580" y="4202975"/>
                <a:ext cx="3355750" cy="47699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CaixaDeTexto 247">
                <a:extLst>
                  <a:ext uri="{FF2B5EF4-FFF2-40B4-BE49-F238E27FC236}">
                    <a16:creationId xmlns:a16="http://schemas.microsoft.com/office/drawing/2014/main" id="{688C6FBE-0D46-0298-8197-B7FE22F1177B}"/>
                  </a:ext>
                </a:extLst>
              </p:cNvPr>
              <p:cNvSpPr txBox="1"/>
              <p:nvPr/>
            </p:nvSpPr>
            <p:spPr>
              <a:xfrm>
                <a:off x="5394610" y="5292758"/>
                <a:ext cx="5386794" cy="878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Feynman picture: 	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pt-P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pt-P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−1)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2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time </a:t>
                </a:r>
              </a:p>
              <a:p>
                <a:r>
                  <a:rPr lang="en-GB" sz="2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			</a:t>
                </a:r>
                <a:r>
                  <a:rPr lang="en-GB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GB" sz="2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 space </a:t>
                </a:r>
              </a:p>
            </p:txBody>
          </p:sp>
        </mc:Choice>
        <mc:Fallback xmlns="">
          <p:sp>
            <p:nvSpPr>
              <p:cNvPr id="248" name="CaixaDeTexto 247">
                <a:extLst>
                  <a:ext uri="{FF2B5EF4-FFF2-40B4-BE49-F238E27FC236}">
                    <a16:creationId xmlns:a16="http://schemas.microsoft.com/office/drawing/2014/main" id="{688C6FBE-0D46-0298-8197-B7FE22F11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610" y="5292758"/>
                <a:ext cx="5386794" cy="878510"/>
              </a:xfrm>
              <a:prstGeom prst="rect">
                <a:avLst/>
              </a:prstGeom>
              <a:blipFill>
                <a:blip r:embed="rId18"/>
                <a:stretch>
                  <a:fillRect l="-1643" t="-2857" b="-1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2589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56" grpId="0"/>
      <p:bldP spid="247" grpId="0"/>
      <p:bldP spid="2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0041-C617-3BC0-FDDA-A9599833D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aralelogramo 45">
            <a:extLst>
              <a:ext uri="{FF2B5EF4-FFF2-40B4-BE49-F238E27FC236}">
                <a16:creationId xmlns:a16="http://schemas.microsoft.com/office/drawing/2014/main" id="{3D08FB8C-1AFA-1991-64D8-F5A6ACAC6035}"/>
              </a:ext>
            </a:extLst>
          </p:cNvPr>
          <p:cNvSpPr/>
          <p:nvPr/>
        </p:nvSpPr>
        <p:spPr>
          <a:xfrm>
            <a:off x="2146438" y="2680649"/>
            <a:ext cx="452496" cy="30635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80B193-B200-00C8-E1E3-05945257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Integral Monte Carlo </a:t>
            </a:r>
            <a:r>
              <a:rPr lang="en-GB" sz="3200" dirty="0"/>
              <a:t>- forward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84005C8-608F-E187-F6FA-44A8A444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B0FDA8F-B9BE-A9E5-8526-BD89546B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10</a:t>
            </a:fld>
            <a:endParaRPr lang="en-GB" sz="1400" dirty="0"/>
          </a:p>
        </p:txBody>
      </p:sp>
      <p:pic>
        <p:nvPicPr>
          <p:cNvPr id="7" name="!!Integrand" descr="Uma imagem com mobília, interior, mesa de centro, mesa&#10;&#10;Os conteúdos gerados por IA podem estar incorretos.">
            <a:extLst>
              <a:ext uri="{FF2B5EF4-FFF2-40B4-BE49-F238E27FC236}">
                <a16:creationId xmlns:a16="http://schemas.microsoft.com/office/drawing/2014/main" id="{E4F53B17-DF71-F095-356C-219014F45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422" y="2301864"/>
            <a:ext cx="7042726" cy="402427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8A9BDFC-6142-59BA-20FC-57372E05729F}"/>
              </a:ext>
            </a:extLst>
          </p:cNvPr>
          <p:cNvSpPr txBox="1"/>
          <p:nvPr/>
        </p:nvSpPr>
        <p:spPr>
          <a:xfrm rot="1358285">
            <a:off x="323373" y="1703570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1791AD5D-3B37-7C8D-3CE5-15361A441B52}"/>
              </a:ext>
            </a:extLst>
          </p:cNvPr>
          <p:cNvGrpSpPr/>
          <p:nvPr/>
        </p:nvGrpSpPr>
        <p:grpSpPr>
          <a:xfrm>
            <a:off x="1404927" y="2127756"/>
            <a:ext cx="1658679" cy="1117356"/>
            <a:chOff x="1300983" y="2019249"/>
            <a:chExt cx="1658679" cy="1117356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AD4B7C86-39E9-86E7-6645-0673FDC8F736}"/>
                </a:ext>
              </a:extLst>
            </p:cNvPr>
            <p:cNvSpPr/>
            <p:nvPr/>
          </p:nvSpPr>
          <p:spPr>
            <a:xfrm>
              <a:off x="1300983" y="2030819"/>
              <a:ext cx="1658679" cy="1105786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Conexão Reta 10">
              <a:extLst>
                <a:ext uri="{FF2B5EF4-FFF2-40B4-BE49-F238E27FC236}">
                  <a16:creationId xmlns:a16="http://schemas.microsoft.com/office/drawing/2014/main" id="{0CFA1B52-3B4D-2DB6-D1A5-B5582D149771}"/>
                </a:ext>
              </a:extLst>
            </p:cNvPr>
            <p:cNvCxnSpPr>
              <a:cxnSpLocks/>
            </p:cNvCxnSpPr>
            <p:nvPr/>
          </p:nvCxnSpPr>
          <p:spPr>
            <a:xfrm>
              <a:off x="1512794" y="2301634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xão Reta 14">
              <a:extLst>
                <a:ext uri="{FF2B5EF4-FFF2-40B4-BE49-F238E27FC236}">
                  <a16:creationId xmlns:a16="http://schemas.microsoft.com/office/drawing/2014/main" id="{6F1682A9-082F-A665-D6DC-AE50DBC55E3A}"/>
                </a:ext>
              </a:extLst>
            </p:cNvPr>
            <p:cNvCxnSpPr>
              <a:cxnSpLocks/>
            </p:cNvCxnSpPr>
            <p:nvPr/>
          </p:nvCxnSpPr>
          <p:spPr>
            <a:xfrm>
              <a:off x="1443310" y="2588508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xão Reta 15">
              <a:extLst>
                <a:ext uri="{FF2B5EF4-FFF2-40B4-BE49-F238E27FC236}">
                  <a16:creationId xmlns:a16="http://schemas.microsoft.com/office/drawing/2014/main" id="{48BEB248-8AEA-1EA2-BFD2-A4B49C3A9AAF}"/>
                </a:ext>
              </a:extLst>
            </p:cNvPr>
            <p:cNvCxnSpPr>
              <a:cxnSpLocks/>
            </p:cNvCxnSpPr>
            <p:nvPr/>
          </p:nvCxnSpPr>
          <p:spPr>
            <a:xfrm>
              <a:off x="1369359" y="2870893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xão Reta 17">
              <a:extLst>
                <a:ext uri="{FF2B5EF4-FFF2-40B4-BE49-F238E27FC236}">
                  <a16:creationId xmlns:a16="http://schemas.microsoft.com/office/drawing/2014/main" id="{7DBCC5D9-D38C-0356-007A-69EA7D9514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1841" y="203081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xão Reta 20">
              <a:extLst>
                <a:ext uri="{FF2B5EF4-FFF2-40B4-BE49-F238E27FC236}">
                  <a16:creationId xmlns:a16="http://schemas.microsoft.com/office/drawing/2014/main" id="{17E3817B-3ED0-E10A-D13D-FE60CE3CDD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8670" y="201924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xão Reta 21">
              <a:extLst>
                <a:ext uri="{FF2B5EF4-FFF2-40B4-BE49-F238E27FC236}">
                  <a16:creationId xmlns:a16="http://schemas.microsoft.com/office/drawing/2014/main" id="{125F9527-59A6-3194-2750-3FE4B4F4C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6131" y="201924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F7F2D41B-85C7-090F-5204-F5D879C2AEC0}"/>
              </a:ext>
            </a:extLst>
          </p:cNvPr>
          <p:cNvSpPr/>
          <p:nvPr/>
        </p:nvSpPr>
        <p:spPr>
          <a:xfrm>
            <a:off x="2284766" y="2816205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D9FB29B-8D3A-F4D9-8172-4E8AA8D3F49B}"/>
              </a:ext>
            </a:extLst>
          </p:cNvPr>
          <p:cNvSpPr/>
          <p:nvPr/>
        </p:nvSpPr>
        <p:spPr>
          <a:xfrm>
            <a:off x="6257754" y="4759350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207625D0-C841-B186-04B8-1B02970CA6A4}"/>
              </a:ext>
            </a:extLst>
          </p:cNvPr>
          <p:cNvCxnSpPr>
            <a:cxnSpLocks/>
            <a:stCxn id="8" idx="3"/>
            <a:endCxn id="32" idx="2"/>
          </p:cNvCxnSpPr>
          <p:nvPr/>
        </p:nvCxnSpPr>
        <p:spPr>
          <a:xfrm>
            <a:off x="966700" y="2217063"/>
            <a:ext cx="5291054" cy="2582629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25F2C01-40EC-5D1F-89F6-E8D688A35334}"/>
              </a:ext>
            </a:extLst>
          </p:cNvPr>
          <p:cNvSpPr/>
          <p:nvPr/>
        </p:nvSpPr>
        <p:spPr>
          <a:xfrm rot="16200000">
            <a:off x="5711580" y="3606990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8A5E33B0-6F24-EFAC-61EB-3C2E8064EB49}"/>
              </a:ext>
            </a:extLst>
          </p:cNvPr>
          <p:cNvCxnSpPr>
            <a:cxnSpLocks/>
            <a:stCxn id="32" idx="2"/>
            <a:endCxn id="33" idx="4"/>
          </p:cNvCxnSpPr>
          <p:nvPr/>
        </p:nvCxnSpPr>
        <p:spPr>
          <a:xfrm flipH="1" flipV="1">
            <a:off x="5822803" y="3647332"/>
            <a:ext cx="434951" cy="115236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xão Reta Unidirecional 42">
            <a:extLst>
              <a:ext uri="{FF2B5EF4-FFF2-40B4-BE49-F238E27FC236}">
                <a16:creationId xmlns:a16="http://schemas.microsoft.com/office/drawing/2014/main" id="{49EBE6F1-F64D-1F3A-3633-D1901F682F32}"/>
              </a:ext>
            </a:extLst>
          </p:cNvPr>
          <p:cNvCxnSpPr>
            <a:cxnSpLocks/>
            <a:stCxn id="33" idx="4"/>
            <a:endCxn id="3" idx="0"/>
          </p:cNvCxnSpPr>
          <p:nvPr/>
        </p:nvCxnSpPr>
        <p:spPr>
          <a:xfrm flipV="1">
            <a:off x="5822803" y="3341066"/>
            <a:ext cx="2127151" cy="3062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6452CF41-3959-9B08-FF8C-44BD7D884976}"/>
                  </a:ext>
                </a:extLst>
              </p:cNvPr>
              <p:cNvSpPr txBox="1"/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5B4E304E-73CB-F4A8-5013-46337B564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C94AC72F-E01E-33CE-349B-81E9ABC7AADA}"/>
                  </a:ext>
                </a:extLst>
              </p:cNvPr>
              <p:cNvSpPr txBox="1"/>
              <p:nvPr/>
            </p:nvSpPr>
            <p:spPr>
              <a:xfrm>
                <a:off x="5450831" y="3222269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C94AC72F-E01E-33CE-349B-81E9ABC7A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831" y="3222269"/>
                <a:ext cx="49736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4F9D154D-C9C2-D8B4-1DA8-A6ECFBF597A2}"/>
                  </a:ext>
                </a:extLst>
              </p:cNvPr>
              <p:cNvSpPr txBox="1"/>
              <p:nvPr/>
            </p:nvSpPr>
            <p:spPr>
              <a:xfrm>
                <a:off x="8030637" y="3094089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4F9D154D-C9C2-D8B4-1DA8-A6ECFBF59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637" y="3094089"/>
                <a:ext cx="49736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2CD374D3-26B0-2463-AACC-4743846AAD91}"/>
                  </a:ext>
                </a:extLst>
              </p:cNvPr>
              <p:cNvSpPr txBox="1"/>
              <p:nvPr/>
            </p:nvSpPr>
            <p:spPr>
              <a:xfrm>
                <a:off x="201066" y="3966901"/>
                <a:ext cx="2534487" cy="490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f>
                        <m:fPr>
                          <m:type m:val="lin"/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,</m:t>
                              </m:r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2CD374D3-26B0-2463-AACC-4743846AA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" y="3966901"/>
                <a:ext cx="2534487" cy="490840"/>
              </a:xfrm>
              <a:prstGeom prst="rect">
                <a:avLst/>
              </a:prstGeom>
              <a:blipFill>
                <a:blip r:embed="rId9"/>
                <a:stretch>
                  <a:fillRect t="-120513" b="-179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6FD4221-682A-7B52-604A-3D29E25F4A6B}"/>
                  </a:ext>
                </a:extLst>
              </p:cNvPr>
              <p:cNvSpPr txBox="1"/>
              <p:nvPr/>
            </p:nvSpPr>
            <p:spPr>
              <a:xfrm>
                <a:off x="201066" y="4634367"/>
                <a:ext cx="29277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𝐵𝑅𝐷𝐹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(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86FD4221-682A-7B52-604A-3D29E25F4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" y="4634367"/>
                <a:ext cx="2927785" cy="461665"/>
              </a:xfrm>
              <a:prstGeom prst="rect">
                <a:avLst/>
              </a:prstGeom>
              <a:blipFill>
                <a:blip r:embed="rId10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A62CE1A6-6540-0802-0C99-3FD1E5A8B82F}"/>
                  </a:ext>
                </a:extLst>
              </p:cNvPr>
              <p:cNvSpPr txBox="1"/>
              <p:nvPr/>
            </p:nvSpPr>
            <p:spPr>
              <a:xfrm>
                <a:off x="201066" y="5272658"/>
                <a:ext cx="19136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𝟏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A62CE1A6-6540-0802-0C99-3FD1E5A8B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" y="5272658"/>
                <a:ext cx="1913614" cy="461665"/>
              </a:xfrm>
              <a:prstGeom prst="rect">
                <a:avLst/>
              </a:prstGeom>
              <a:blipFill>
                <a:blip r:embed="rId11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9EEBD14A-C2C9-C196-3504-B62CBE97DD9F}"/>
              </a:ext>
            </a:extLst>
          </p:cNvPr>
          <p:cNvGrpSpPr/>
          <p:nvPr/>
        </p:nvGrpSpPr>
        <p:grpSpPr>
          <a:xfrm>
            <a:off x="5948196" y="4555664"/>
            <a:ext cx="760877" cy="516040"/>
            <a:chOff x="5277636" y="2949343"/>
            <a:chExt cx="760877" cy="51604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0ACED7D-9398-0855-1FEF-4A30C9AB6953}"/>
                </a:ext>
              </a:extLst>
            </p:cNvPr>
            <p:cNvSpPr/>
            <p:nvPr/>
          </p:nvSpPr>
          <p:spPr>
            <a:xfrm>
              <a:off x="5277636" y="3168848"/>
              <a:ext cx="760877" cy="99275"/>
            </a:xfrm>
            <a:prstGeom prst="ellipse">
              <a:avLst/>
            </a:prstGeom>
            <a:noFill/>
            <a:ln w="28575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highlight>
                  <a:srgbClr val="FF7200"/>
                </a:highlight>
              </a:endParaRPr>
            </a:p>
          </p:txBody>
        </p:sp>
        <p:sp>
          <p:nvSpPr>
            <p:cNvPr id="48" name="Duplo Semicírculo 47">
              <a:extLst>
                <a:ext uri="{FF2B5EF4-FFF2-40B4-BE49-F238E27FC236}">
                  <a16:creationId xmlns:a16="http://schemas.microsoft.com/office/drawing/2014/main" id="{A4451BEA-CF6F-75D7-0033-BD6BF232B655}"/>
                </a:ext>
              </a:extLst>
            </p:cNvPr>
            <p:cNvSpPr/>
            <p:nvPr/>
          </p:nvSpPr>
          <p:spPr>
            <a:xfrm>
              <a:off x="5295860" y="2949343"/>
              <a:ext cx="736316" cy="516040"/>
            </a:xfrm>
            <a:prstGeom prst="blockArc">
              <a:avLst>
                <a:gd name="adj1" fmla="val 10800000"/>
                <a:gd name="adj2" fmla="val 154308"/>
                <a:gd name="adj3" fmla="val 0"/>
              </a:avLst>
            </a:prstGeom>
            <a:ln w="28575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highlight>
                  <a:srgbClr val="FF7200"/>
                </a:highligh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78E68FAB-1837-0FB5-F816-114DCACEC0CD}"/>
                  </a:ext>
                </a:extLst>
              </p:cNvPr>
              <p:cNvSpPr txBox="1"/>
              <p:nvPr/>
            </p:nvSpPr>
            <p:spPr>
              <a:xfrm>
                <a:off x="6079951" y="4824645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78E68FAB-1837-0FB5-F816-114DCACEC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951" y="4824645"/>
                <a:ext cx="497365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AEDDF087-8FEB-1498-96EF-5A63E0B37A31}"/>
              </a:ext>
            </a:extLst>
          </p:cNvPr>
          <p:cNvSpPr/>
          <p:nvPr/>
        </p:nvSpPr>
        <p:spPr>
          <a:xfrm rot="16200000">
            <a:off x="7919414" y="3300724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4002427-7AE4-AA73-5DD1-FFDDA087D99A}"/>
                  </a:ext>
                </a:extLst>
              </p:cNvPr>
              <p:cNvSpPr txBox="1"/>
              <p:nvPr/>
            </p:nvSpPr>
            <p:spPr>
              <a:xfrm>
                <a:off x="8379794" y="1054275"/>
                <a:ext cx="2606354" cy="1131143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𝐼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PT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fPr>
                            <m:num>
                              <m: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PT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4002427-7AE4-AA73-5DD1-FFDDA087D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794" y="1054275"/>
                <a:ext cx="2606354" cy="1131143"/>
              </a:xfrm>
              <a:prstGeom prst="rect">
                <a:avLst/>
              </a:prstGeom>
              <a:blipFill>
                <a:blip r:embed="rId13"/>
                <a:stretch>
                  <a:fillRect l="-1951" t="-102222" b="-15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55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29" grpId="0" animBg="1"/>
      <p:bldP spid="32" grpId="0" animBg="1"/>
      <p:bldP spid="33" grpId="0" animBg="1"/>
      <p:bldP spid="37" grpId="0"/>
      <p:bldP spid="38" grpId="0"/>
      <p:bldP spid="41" grpId="0"/>
      <p:bldP spid="42" grpId="0"/>
      <p:bldP spid="44" grpId="0"/>
      <p:bldP spid="36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121C-0631-C261-4542-8DFAECC6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Conexão Reta Unidirecional 218">
            <a:extLst>
              <a:ext uri="{FF2B5EF4-FFF2-40B4-BE49-F238E27FC236}">
                <a16:creationId xmlns:a16="http://schemas.microsoft.com/office/drawing/2014/main" id="{CD313978-F974-7CC6-09A6-7AE8E46E3173}"/>
              </a:ext>
            </a:extLst>
          </p:cNvPr>
          <p:cNvCxnSpPr>
            <a:cxnSpLocks/>
            <a:stCxn id="128" idx="0"/>
            <a:endCxn id="105" idx="3"/>
          </p:cNvCxnSpPr>
          <p:nvPr/>
        </p:nvCxnSpPr>
        <p:spPr>
          <a:xfrm flipV="1">
            <a:off x="8857328" y="2346394"/>
            <a:ext cx="959610" cy="29208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exão Reta Unidirecional 211">
            <a:extLst>
              <a:ext uri="{FF2B5EF4-FFF2-40B4-BE49-F238E27FC236}">
                <a16:creationId xmlns:a16="http://schemas.microsoft.com/office/drawing/2014/main" id="{C1924F16-B2F9-FEC7-BEB4-4DC42ED05962}"/>
              </a:ext>
            </a:extLst>
          </p:cNvPr>
          <p:cNvCxnSpPr>
            <a:cxnSpLocks/>
            <a:stCxn id="159" idx="5"/>
            <a:endCxn id="155" idx="2"/>
          </p:cNvCxnSpPr>
          <p:nvPr/>
        </p:nvCxnSpPr>
        <p:spPr>
          <a:xfrm>
            <a:off x="6902052" y="2346394"/>
            <a:ext cx="904901" cy="284284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exão Reta Unidirecional 212">
            <a:extLst>
              <a:ext uri="{FF2B5EF4-FFF2-40B4-BE49-F238E27FC236}">
                <a16:creationId xmlns:a16="http://schemas.microsoft.com/office/drawing/2014/main" id="{716DDCED-47D0-A286-320C-7CFC79D677A3}"/>
              </a:ext>
            </a:extLst>
          </p:cNvPr>
          <p:cNvCxnSpPr>
            <a:cxnSpLocks/>
          </p:cNvCxnSpPr>
          <p:nvPr/>
        </p:nvCxnSpPr>
        <p:spPr>
          <a:xfrm flipV="1">
            <a:off x="7860243" y="2617557"/>
            <a:ext cx="1013581" cy="0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C49DB5AD-DDB3-5BFD-4D81-9102F48A7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Integral Monte Carlo </a:t>
            </a:r>
            <a:r>
              <a:rPr lang="en-GB" sz="3200" dirty="0"/>
              <a:t>- forward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9B5C8C8-3C64-8F5C-53D9-030D9AC0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A1EDB55-AC86-2506-AB46-FBAA45ED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11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93F8AF5-8813-CB88-03C5-871B1636DE8A}"/>
                  </a:ext>
                </a:extLst>
              </p:cNvPr>
              <p:cNvSpPr txBox="1"/>
              <p:nvPr/>
            </p:nvSpPr>
            <p:spPr>
              <a:xfrm>
                <a:off x="1971236" y="1721953"/>
                <a:ext cx="2606354" cy="1131143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𝐼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PT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fPr>
                            <m:num>
                              <m: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PT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93F8AF5-8813-CB88-03C5-871B1636D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236" y="1721953"/>
                <a:ext cx="2606354" cy="1131143"/>
              </a:xfrm>
              <a:prstGeom prst="rect">
                <a:avLst/>
              </a:prstGeom>
              <a:blipFill>
                <a:blip r:embed="rId3"/>
                <a:stretch>
                  <a:fillRect l="-1456" t="-101111" b="-15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!!Integrand">
            <a:extLst>
              <a:ext uri="{FF2B5EF4-FFF2-40B4-BE49-F238E27FC236}">
                <a16:creationId xmlns:a16="http://schemas.microsoft.com/office/drawing/2014/main" id="{392F8366-4E92-10CF-DA0D-6537201E4428}"/>
              </a:ext>
            </a:extLst>
          </p:cNvPr>
          <p:cNvGrpSpPr/>
          <p:nvPr/>
        </p:nvGrpSpPr>
        <p:grpSpPr>
          <a:xfrm>
            <a:off x="6598148" y="1595628"/>
            <a:ext cx="3522693" cy="2991959"/>
            <a:chOff x="8146532" y="205740"/>
            <a:chExt cx="3522693" cy="29919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61846C9A-EF94-6613-43B7-1A60B7612A2F}"/>
                    </a:ext>
                  </a:extLst>
                </p:cNvPr>
                <p:cNvSpPr txBox="1"/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61846C9A-EF94-6613-43B7-1A60B7612A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blipFill>
                  <a:blip r:embed="rId4"/>
                  <a:stretch>
                    <a:fillRect l="-2778" t="-10526" r="-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4FE031C4-336C-50A7-28C2-649941389016}"/>
                    </a:ext>
                  </a:extLst>
                </p:cNvPr>
                <p:cNvSpPr txBox="1"/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4FE031C4-336C-50A7-28C2-6499413890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blipFill>
                  <a:blip r:embed="rId5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Agrupar 99">
              <a:extLst>
                <a:ext uri="{FF2B5EF4-FFF2-40B4-BE49-F238E27FC236}">
                  <a16:creationId xmlns:a16="http://schemas.microsoft.com/office/drawing/2014/main" id="{26621A0B-AE94-4047-CBDD-CCB65516DDC1}"/>
                </a:ext>
              </a:extLst>
            </p:cNvPr>
            <p:cNvGrpSpPr/>
            <p:nvPr/>
          </p:nvGrpSpPr>
          <p:grpSpPr>
            <a:xfrm>
              <a:off x="8146532" y="610545"/>
              <a:ext cx="531439" cy="361777"/>
              <a:chOff x="5419646" y="4385129"/>
              <a:chExt cx="531439" cy="361777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6C2CE89C-F9EE-8411-3D58-C3FBC37655EC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CaixaDeTexto 159">
                <a:extLst>
                  <a:ext uri="{FF2B5EF4-FFF2-40B4-BE49-F238E27FC236}">
                    <a16:creationId xmlns:a16="http://schemas.microsoft.com/office/drawing/2014/main" id="{5BC6E088-259C-7B1B-BAA6-AC7080B011E3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p:grpSp>
          <p:nvGrpSpPr>
            <p:cNvPr id="101" name="Agrupar 100">
              <a:extLst>
                <a:ext uri="{FF2B5EF4-FFF2-40B4-BE49-F238E27FC236}">
                  <a16:creationId xmlns:a16="http://schemas.microsoft.com/office/drawing/2014/main" id="{3E9FBDB8-9B13-DE6B-BD97-374CBEB32D79}"/>
                </a:ext>
              </a:extLst>
            </p:cNvPr>
            <p:cNvGrpSpPr/>
            <p:nvPr/>
          </p:nvGrpSpPr>
          <p:grpSpPr>
            <a:xfrm>
              <a:off x="9142907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33" name="Agrupar 132">
                <a:extLst>
                  <a:ext uri="{FF2B5EF4-FFF2-40B4-BE49-F238E27FC236}">
                    <a16:creationId xmlns:a16="http://schemas.microsoft.com/office/drawing/2014/main" id="{56C270D0-A177-77A2-9688-365E9C659EB5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47" name="Agrupar 146">
                  <a:extLst>
                    <a:ext uri="{FF2B5EF4-FFF2-40B4-BE49-F238E27FC236}">
                      <a16:creationId xmlns:a16="http://schemas.microsoft.com/office/drawing/2014/main" id="{ABE5D741-242D-E600-DE14-A7807E28D3C3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7" name="CaixaDeTexto 156">
                    <a:extLst>
                      <a:ext uri="{FF2B5EF4-FFF2-40B4-BE49-F238E27FC236}">
                        <a16:creationId xmlns:a16="http://schemas.microsoft.com/office/drawing/2014/main" id="{EDC8224D-6144-2E72-C46E-96866CCABDE7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674787C5-4240-0D82-1E19-B772245832E7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48" name="Agrupar 147">
                  <a:extLst>
                    <a:ext uri="{FF2B5EF4-FFF2-40B4-BE49-F238E27FC236}">
                      <a16:creationId xmlns:a16="http://schemas.microsoft.com/office/drawing/2014/main" id="{E05BC37B-97EA-AE5C-AB63-80824A742072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1ADDB97B-6C03-4C27-A4AA-0B87970C46A3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6" name="CaixaDeTexto 155">
                    <a:extLst>
                      <a:ext uri="{FF2B5EF4-FFF2-40B4-BE49-F238E27FC236}">
                        <a16:creationId xmlns:a16="http://schemas.microsoft.com/office/drawing/2014/main" id="{09E8F47B-D927-BEC4-7198-B8A5020BF4BB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49" name="Agrupar 148">
                  <a:extLst>
                    <a:ext uri="{FF2B5EF4-FFF2-40B4-BE49-F238E27FC236}">
                      <a16:creationId xmlns:a16="http://schemas.microsoft.com/office/drawing/2014/main" id="{4E31EBA1-E997-C319-6B72-08B9DC31ABFF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31BA255E-1DE0-E99F-2B55-66D287AC6E03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4" name="CaixaDeTexto 153">
                    <a:extLst>
                      <a:ext uri="{FF2B5EF4-FFF2-40B4-BE49-F238E27FC236}">
                        <a16:creationId xmlns:a16="http://schemas.microsoft.com/office/drawing/2014/main" id="{69E9B85A-6E29-85D5-6BF1-C800FD3BE1A0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50" name="Agrupar 149">
                  <a:extLst>
                    <a:ext uri="{FF2B5EF4-FFF2-40B4-BE49-F238E27FC236}">
                      <a16:creationId xmlns:a16="http://schemas.microsoft.com/office/drawing/2014/main" id="{9AF93CE1-C523-9B19-55C6-88051EC4B24F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A25E7791-A48C-1109-63B9-A1D36DFB437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2" name="CaixaDeTexto 151">
                    <a:extLst>
                      <a:ext uri="{FF2B5EF4-FFF2-40B4-BE49-F238E27FC236}">
                        <a16:creationId xmlns:a16="http://schemas.microsoft.com/office/drawing/2014/main" id="{B0F95C4F-C742-FC78-8C3F-B5A8E2B5C69E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34" name="Agrupar 133">
                <a:extLst>
                  <a:ext uri="{FF2B5EF4-FFF2-40B4-BE49-F238E27FC236}">
                    <a16:creationId xmlns:a16="http://schemas.microsoft.com/office/drawing/2014/main" id="{6E0D836D-4A8C-C2E1-3DCA-EEC47E743AD9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35" name="Agrupar 134">
                  <a:extLst>
                    <a:ext uri="{FF2B5EF4-FFF2-40B4-BE49-F238E27FC236}">
                      <a16:creationId xmlns:a16="http://schemas.microsoft.com/office/drawing/2014/main" id="{948D5844-CEF8-AA59-2B6E-EF12754EBCFD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0028C30C-7DFE-C84C-4923-F14B33C54161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6" name="CaixaDeTexto 145">
                    <a:extLst>
                      <a:ext uri="{FF2B5EF4-FFF2-40B4-BE49-F238E27FC236}">
                        <a16:creationId xmlns:a16="http://schemas.microsoft.com/office/drawing/2014/main" id="{058E9C4C-529C-21F9-D8B1-9AA4334B8951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36" name="Agrupar 135">
                  <a:extLst>
                    <a:ext uri="{FF2B5EF4-FFF2-40B4-BE49-F238E27FC236}">
                      <a16:creationId xmlns:a16="http://schemas.microsoft.com/office/drawing/2014/main" id="{C0DF69E5-8500-F1FC-DC11-44CCC3CA283F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24BB55E7-67C4-6ADE-2A60-7EE946424F44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4" name="CaixaDeTexto 143">
                    <a:extLst>
                      <a:ext uri="{FF2B5EF4-FFF2-40B4-BE49-F238E27FC236}">
                        <a16:creationId xmlns:a16="http://schemas.microsoft.com/office/drawing/2014/main" id="{D5CFCF4E-1F9A-0098-2B2C-502FE613A788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37" name="Agrupar 136">
                  <a:extLst>
                    <a:ext uri="{FF2B5EF4-FFF2-40B4-BE49-F238E27FC236}">
                      <a16:creationId xmlns:a16="http://schemas.microsoft.com/office/drawing/2014/main" id="{BBE63067-3757-9212-472C-9FCD2DA7BD7C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1" name="Oval 140">
                    <a:extLst>
                      <a:ext uri="{FF2B5EF4-FFF2-40B4-BE49-F238E27FC236}">
                        <a16:creationId xmlns:a16="http://schemas.microsoft.com/office/drawing/2014/main" id="{F6D2DB17-15E5-7821-E8C7-33A3C037B232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2" name="CaixaDeTexto 141">
                    <a:extLst>
                      <a:ext uri="{FF2B5EF4-FFF2-40B4-BE49-F238E27FC236}">
                        <a16:creationId xmlns:a16="http://schemas.microsoft.com/office/drawing/2014/main" id="{F79CC47B-BDC7-5223-909B-123278B22B66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38" name="Agrupar 137">
                  <a:extLst>
                    <a:ext uri="{FF2B5EF4-FFF2-40B4-BE49-F238E27FC236}">
                      <a16:creationId xmlns:a16="http://schemas.microsoft.com/office/drawing/2014/main" id="{6511E49D-C413-1F3B-9D40-8FCED1EC0E4F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9" name="Oval 138">
                    <a:extLst>
                      <a:ext uri="{FF2B5EF4-FFF2-40B4-BE49-F238E27FC236}">
                        <a16:creationId xmlns:a16="http://schemas.microsoft.com/office/drawing/2014/main" id="{01ED06F1-BD2C-7108-B560-1CF5BC6F77A9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0" name="CaixaDeTexto 139">
                    <a:extLst>
                      <a:ext uri="{FF2B5EF4-FFF2-40B4-BE49-F238E27FC236}">
                        <a16:creationId xmlns:a16="http://schemas.microsoft.com/office/drawing/2014/main" id="{A7EF1B71-AC33-5A42-E776-18C62224081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2" name="Agrupar 101">
              <a:extLst>
                <a:ext uri="{FF2B5EF4-FFF2-40B4-BE49-F238E27FC236}">
                  <a16:creationId xmlns:a16="http://schemas.microsoft.com/office/drawing/2014/main" id="{3B6906F3-A2DE-C7FB-E87A-8D90C21719FB}"/>
                </a:ext>
              </a:extLst>
            </p:cNvPr>
            <p:cNvGrpSpPr/>
            <p:nvPr/>
          </p:nvGrpSpPr>
          <p:grpSpPr>
            <a:xfrm>
              <a:off x="10139992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07" name="Agrupar 106">
                <a:extLst>
                  <a:ext uri="{FF2B5EF4-FFF2-40B4-BE49-F238E27FC236}">
                    <a16:creationId xmlns:a16="http://schemas.microsoft.com/office/drawing/2014/main" id="{5F89B0AE-3A52-0913-D5E9-4626C5C8771B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21" name="Agrupar 120">
                  <a:extLst>
                    <a:ext uri="{FF2B5EF4-FFF2-40B4-BE49-F238E27FC236}">
                      <a16:creationId xmlns:a16="http://schemas.microsoft.com/office/drawing/2014/main" id="{DD5A9C6C-C867-F0D4-89F1-D6D4FF425E16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33BBF61C-E1A9-70AB-C434-F6E55F8EC3EB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2" name="CaixaDeTexto 131">
                    <a:extLst>
                      <a:ext uri="{FF2B5EF4-FFF2-40B4-BE49-F238E27FC236}">
                        <a16:creationId xmlns:a16="http://schemas.microsoft.com/office/drawing/2014/main" id="{2DFFDD8D-42DF-87E5-1688-2B58A8711597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</p:grpSp>
            <p:grpSp>
              <p:nvGrpSpPr>
                <p:cNvPr id="122" name="Agrupar 121">
                  <a:extLst>
                    <a:ext uri="{FF2B5EF4-FFF2-40B4-BE49-F238E27FC236}">
                      <a16:creationId xmlns:a16="http://schemas.microsoft.com/office/drawing/2014/main" id="{F4895991-C90C-AD38-8C9D-ED4862CB9DBE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25886A46-FE75-79C7-F8AD-D91D8B69C3CD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0" name="CaixaDeTexto 129">
                    <a:extLst>
                      <a:ext uri="{FF2B5EF4-FFF2-40B4-BE49-F238E27FC236}">
                        <a16:creationId xmlns:a16="http://schemas.microsoft.com/office/drawing/2014/main" id="{27FFFAA9-1A6E-18B9-4A63-0989F5BE99FD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23" name="Agrupar 122">
                  <a:extLst>
                    <a:ext uri="{FF2B5EF4-FFF2-40B4-BE49-F238E27FC236}">
                      <a16:creationId xmlns:a16="http://schemas.microsoft.com/office/drawing/2014/main" id="{B16C6BA6-8F2C-A6AB-12C0-EBEBA454F88E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9AD054DF-9602-B79B-4C62-E9264D3309FC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8" name="CaixaDeTexto 127">
                    <a:extLst>
                      <a:ext uri="{FF2B5EF4-FFF2-40B4-BE49-F238E27FC236}">
                        <a16:creationId xmlns:a16="http://schemas.microsoft.com/office/drawing/2014/main" id="{19D7C18B-4E8A-91C0-F5A2-FFCC97D25C17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24" name="Agrupar 123">
                  <a:extLst>
                    <a:ext uri="{FF2B5EF4-FFF2-40B4-BE49-F238E27FC236}">
                      <a16:creationId xmlns:a16="http://schemas.microsoft.com/office/drawing/2014/main" id="{158B0FF2-5E81-C6A8-1C7E-F56E032372AD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FBE64258-8760-287E-24C6-DE5A767BDCB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6" name="CaixaDeTexto 125">
                    <a:extLst>
                      <a:ext uri="{FF2B5EF4-FFF2-40B4-BE49-F238E27FC236}">
                        <a16:creationId xmlns:a16="http://schemas.microsoft.com/office/drawing/2014/main" id="{01FC3350-4787-533B-BC68-F96A9F227AB2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08" name="Agrupar 107">
                <a:extLst>
                  <a:ext uri="{FF2B5EF4-FFF2-40B4-BE49-F238E27FC236}">
                    <a16:creationId xmlns:a16="http://schemas.microsoft.com/office/drawing/2014/main" id="{E4DE3B74-AA1A-0B3C-42D2-C1DE714F9B63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09" name="Agrupar 108">
                  <a:extLst>
                    <a:ext uri="{FF2B5EF4-FFF2-40B4-BE49-F238E27FC236}">
                      <a16:creationId xmlns:a16="http://schemas.microsoft.com/office/drawing/2014/main" id="{3BE151C2-37B7-CA60-58A5-1840D8F3B535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4BF93661-7F66-84DF-7081-982FCB339B60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27F44CA9-5A9A-1DC6-8DD9-5663F6A62C5D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10" name="Agrupar 109">
                  <a:extLst>
                    <a:ext uri="{FF2B5EF4-FFF2-40B4-BE49-F238E27FC236}">
                      <a16:creationId xmlns:a16="http://schemas.microsoft.com/office/drawing/2014/main" id="{2ECF6B52-5129-E7FD-F839-CEBB65D03C11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BAB1F65F-4A7D-7F65-F26D-E2EAD835E660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8" name="CaixaDeTexto 117">
                    <a:extLst>
                      <a:ext uri="{FF2B5EF4-FFF2-40B4-BE49-F238E27FC236}">
                        <a16:creationId xmlns:a16="http://schemas.microsoft.com/office/drawing/2014/main" id="{4AC0E4BB-BBDF-38CD-30EA-875DACAD45C0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11" name="Agrupar 110">
                  <a:extLst>
                    <a:ext uri="{FF2B5EF4-FFF2-40B4-BE49-F238E27FC236}">
                      <a16:creationId xmlns:a16="http://schemas.microsoft.com/office/drawing/2014/main" id="{D989F437-5ACA-7EB4-7191-3E7417AC45BD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537BD979-B046-15BD-A5B2-1DD4C290A169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6" name="CaixaDeTexto 115">
                    <a:extLst>
                      <a:ext uri="{FF2B5EF4-FFF2-40B4-BE49-F238E27FC236}">
                        <a16:creationId xmlns:a16="http://schemas.microsoft.com/office/drawing/2014/main" id="{E88F4394-F016-9ECF-58D1-4A969EEADEB3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12" name="Agrupar 111">
                  <a:extLst>
                    <a:ext uri="{FF2B5EF4-FFF2-40B4-BE49-F238E27FC236}">
                      <a16:creationId xmlns:a16="http://schemas.microsoft.com/office/drawing/2014/main" id="{A708A075-07BC-145E-9783-74316BC72AB5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54DBB731-8E98-E4CA-B799-FB4656176F6D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4" name="CaixaDeTexto 113">
                    <a:extLst>
                      <a:ext uri="{FF2B5EF4-FFF2-40B4-BE49-F238E27FC236}">
                        <a16:creationId xmlns:a16="http://schemas.microsoft.com/office/drawing/2014/main" id="{7C0894C5-A5E4-1050-7EE6-1B60980040E8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3" name="Agrupar 102">
              <a:extLst>
                <a:ext uri="{FF2B5EF4-FFF2-40B4-BE49-F238E27FC236}">
                  <a16:creationId xmlns:a16="http://schemas.microsoft.com/office/drawing/2014/main" id="{875AC139-03EE-C358-BDB7-40F5A51C6983}"/>
                </a:ext>
              </a:extLst>
            </p:cNvPr>
            <p:cNvGrpSpPr/>
            <p:nvPr/>
          </p:nvGrpSpPr>
          <p:grpSpPr>
            <a:xfrm>
              <a:off x="11137786" y="610545"/>
              <a:ext cx="531439" cy="361777"/>
              <a:chOff x="5419646" y="4385129"/>
              <a:chExt cx="531439" cy="361777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D8EE0D8-7FF8-2470-3F6D-CCFBD4C191A4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5B81B6DC-F41F-15A5-42DA-3D92F96F91EC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9702E548-9CBB-90EE-F383-9CFDD8894145}"/>
                    </a:ext>
                  </a:extLst>
                </p:cNvPr>
                <p:cNvSpPr txBox="1"/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9702E548-9CBB-90EE-F383-9CFDD88941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blipFill>
                  <a:blip r:embed="rId6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F185565F-EB96-DB44-F7A6-93D88B254697}"/>
              </a:ext>
            </a:extLst>
          </p:cNvPr>
          <p:cNvGrpSpPr/>
          <p:nvPr/>
        </p:nvGrpSpPr>
        <p:grpSpPr>
          <a:xfrm>
            <a:off x="8221539" y="5068223"/>
            <a:ext cx="360000" cy="955256"/>
            <a:chOff x="2195906" y="4946709"/>
            <a:chExt cx="360000" cy="955256"/>
          </a:xfrm>
        </p:grpSpPr>
        <p:grpSp>
          <p:nvGrpSpPr>
            <p:cNvPr id="162" name="!!Gate4">
              <a:extLst>
                <a:ext uri="{FF2B5EF4-FFF2-40B4-BE49-F238E27FC236}">
                  <a16:creationId xmlns:a16="http://schemas.microsoft.com/office/drawing/2014/main" id="{BD39A2BD-E23A-2556-72A4-B8EE45EB954F}"/>
                </a:ext>
              </a:extLst>
            </p:cNvPr>
            <p:cNvGrpSpPr/>
            <p:nvPr/>
          </p:nvGrpSpPr>
          <p:grpSpPr>
            <a:xfrm>
              <a:off x="2195906" y="4985665"/>
              <a:ext cx="360000" cy="916300"/>
              <a:chOff x="2118732" y="2261831"/>
              <a:chExt cx="360000" cy="916300"/>
            </a:xfrm>
          </p:grpSpPr>
          <p:cxnSp>
            <p:nvCxnSpPr>
              <p:cNvPr id="166" name="Conexão Reta 165">
                <a:extLst>
                  <a:ext uri="{FF2B5EF4-FFF2-40B4-BE49-F238E27FC236}">
                    <a16:creationId xmlns:a16="http://schemas.microsoft.com/office/drawing/2014/main" id="{9E6242D1-9F9E-13F7-401D-9BD2CEF53A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exão Reta 166">
                <a:extLst>
                  <a:ext uri="{FF2B5EF4-FFF2-40B4-BE49-F238E27FC236}">
                    <a16:creationId xmlns:a16="http://schemas.microsoft.com/office/drawing/2014/main" id="{8A63336F-21CA-23CD-E3C4-1CC1E3E7B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4604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Conexão Reta 167">
                <a:extLst>
                  <a:ext uri="{FF2B5EF4-FFF2-40B4-BE49-F238E27FC236}">
                    <a16:creationId xmlns:a16="http://schemas.microsoft.com/office/drawing/2014/main" id="{F8E045A5-C9EA-5926-A79B-B711251F1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781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5E219FB-8628-0722-1E24-7B64EF515968}"/>
                </a:ext>
              </a:extLst>
            </p:cNvPr>
            <p:cNvSpPr/>
            <p:nvPr/>
          </p:nvSpPr>
          <p:spPr>
            <a:xfrm>
              <a:off x="2328421" y="4946709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4" name="Ou 163">
              <a:extLst>
                <a:ext uri="{FF2B5EF4-FFF2-40B4-BE49-F238E27FC236}">
                  <a16:creationId xmlns:a16="http://schemas.microsoft.com/office/drawing/2014/main" id="{E3423B33-CC25-39DF-8898-F0AABE1EA7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0421" y="5396805"/>
              <a:ext cx="144000" cy="144000"/>
            </a:xfrm>
            <a:prstGeom prst="flowChartOr">
              <a:avLst/>
            </a:prstGeom>
            <a:solidFill>
              <a:srgbClr val="9E867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5" name="Conexão Reta 164">
              <a:extLst>
                <a:ext uri="{FF2B5EF4-FFF2-40B4-BE49-F238E27FC236}">
                  <a16:creationId xmlns:a16="http://schemas.microsoft.com/office/drawing/2014/main" id="{D2486F60-A0FF-3D79-CB4E-CB34C9F631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2421" y="4993865"/>
              <a:ext cx="1894" cy="468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F5F3F877-88BD-04C0-5C34-1874889808E4}"/>
              </a:ext>
            </a:extLst>
          </p:cNvPr>
          <p:cNvGrpSpPr/>
          <p:nvPr/>
        </p:nvGrpSpPr>
        <p:grpSpPr>
          <a:xfrm>
            <a:off x="7051209" y="5108993"/>
            <a:ext cx="108000" cy="929523"/>
            <a:chOff x="2118732" y="2261831"/>
            <a:chExt cx="180000" cy="929523"/>
          </a:xfrm>
        </p:grpSpPr>
        <p:cxnSp>
          <p:nvCxnSpPr>
            <p:cNvPr id="170" name="Conexão Reta 169">
              <a:extLst>
                <a:ext uri="{FF2B5EF4-FFF2-40B4-BE49-F238E27FC236}">
                  <a16:creationId xmlns:a16="http://schemas.microsoft.com/office/drawing/2014/main" id="{049B93EB-A36A-1258-9CDA-BEBC4626E7DB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xão Reta 170">
              <a:extLst>
                <a:ext uri="{FF2B5EF4-FFF2-40B4-BE49-F238E27FC236}">
                  <a16:creationId xmlns:a16="http://schemas.microsoft.com/office/drawing/2014/main" id="{2D4D9D9B-8C6D-51EE-B768-2F1E4F32A46E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xão Reta 171">
              <a:extLst>
                <a:ext uri="{FF2B5EF4-FFF2-40B4-BE49-F238E27FC236}">
                  <a16:creationId xmlns:a16="http://schemas.microsoft.com/office/drawing/2014/main" id="{160587A2-C5A9-97B3-E466-35F69B83FAF2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23022387-3562-D1D8-38C5-63EE8FA9EA84}"/>
                  </a:ext>
                </a:extLst>
              </p:cNvPr>
              <p:cNvSpPr/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23022387-3562-D1D8-38C5-63EE8FA9EA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blipFill>
                <a:blip r:embed="rId7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08AAC9E2-A721-7D3D-4696-77BF47B157B1}"/>
                  </a:ext>
                </a:extLst>
              </p:cNvPr>
              <p:cNvSpPr/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08AAC9E2-A721-7D3D-4696-77BF47B15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blipFill>
                <a:blip r:embed="rId8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096EC517-2023-78EF-0A8D-46CEC83475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096EC517-2023-78EF-0A8D-46CEC8347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83CA4BB1-0DBB-1CBF-E717-25E9C6144624}"/>
              </a:ext>
            </a:extLst>
          </p:cNvPr>
          <p:cNvGrpSpPr/>
          <p:nvPr/>
        </p:nvGrpSpPr>
        <p:grpSpPr>
          <a:xfrm>
            <a:off x="7595632" y="5108993"/>
            <a:ext cx="108000" cy="929523"/>
            <a:chOff x="2118732" y="2261831"/>
            <a:chExt cx="180000" cy="929523"/>
          </a:xfrm>
        </p:grpSpPr>
        <p:cxnSp>
          <p:nvCxnSpPr>
            <p:cNvPr id="177" name="Conexão Reta 176">
              <a:extLst>
                <a:ext uri="{FF2B5EF4-FFF2-40B4-BE49-F238E27FC236}">
                  <a16:creationId xmlns:a16="http://schemas.microsoft.com/office/drawing/2014/main" id="{327F1528-2634-6024-2C79-25946D3D3DE8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xão Reta 177">
              <a:extLst>
                <a:ext uri="{FF2B5EF4-FFF2-40B4-BE49-F238E27FC236}">
                  <a16:creationId xmlns:a16="http://schemas.microsoft.com/office/drawing/2014/main" id="{1CEE8ADD-CE05-99DB-80E2-99988137F87F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xão Reta 178">
              <a:extLst>
                <a:ext uri="{FF2B5EF4-FFF2-40B4-BE49-F238E27FC236}">
                  <a16:creationId xmlns:a16="http://schemas.microsoft.com/office/drawing/2014/main" id="{8DB29DEB-DDE2-033B-3532-5EDFED5DE5CC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9D9F4E29-6A61-0B41-CA08-15615A23F0FF}"/>
              </a:ext>
            </a:extLst>
          </p:cNvPr>
          <p:cNvGrpSpPr/>
          <p:nvPr/>
        </p:nvGrpSpPr>
        <p:grpSpPr>
          <a:xfrm>
            <a:off x="9095223" y="4905633"/>
            <a:ext cx="652423" cy="1379285"/>
            <a:chOff x="1635635" y="4067390"/>
            <a:chExt cx="652423" cy="1379285"/>
          </a:xfrm>
        </p:grpSpPr>
        <p:grpSp>
          <p:nvGrpSpPr>
            <p:cNvPr id="181" name="Agrupar 180">
              <a:extLst>
                <a:ext uri="{FF2B5EF4-FFF2-40B4-BE49-F238E27FC236}">
                  <a16:creationId xmlns:a16="http://schemas.microsoft.com/office/drawing/2014/main" id="{1B7F3A91-4515-2849-0AB4-B47FA9858E6F}"/>
                </a:ext>
              </a:extLst>
            </p:cNvPr>
            <p:cNvGrpSpPr/>
            <p:nvPr/>
          </p:nvGrpSpPr>
          <p:grpSpPr>
            <a:xfrm>
              <a:off x="1635635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9" name="Conexão Reta 188">
                <a:extLst>
                  <a:ext uri="{FF2B5EF4-FFF2-40B4-BE49-F238E27FC236}">
                    <a16:creationId xmlns:a16="http://schemas.microsoft.com/office/drawing/2014/main" id="{5F82A733-01FF-DAC8-A1AD-414FEA4A25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exão Reta 189">
                <a:extLst>
                  <a:ext uri="{FF2B5EF4-FFF2-40B4-BE49-F238E27FC236}">
                    <a16:creationId xmlns:a16="http://schemas.microsoft.com/office/drawing/2014/main" id="{3C38ABAF-447B-27E5-07DD-25024EC341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exão Reta 190">
                <a:extLst>
                  <a:ext uri="{FF2B5EF4-FFF2-40B4-BE49-F238E27FC236}">
                    <a16:creationId xmlns:a16="http://schemas.microsoft.com/office/drawing/2014/main" id="{5A09C14A-2AF5-9212-30BE-39D8063DBA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!!Gate1">
                  <a:extLst>
                    <a:ext uri="{FF2B5EF4-FFF2-40B4-BE49-F238E27FC236}">
                      <a16:creationId xmlns:a16="http://schemas.microsoft.com/office/drawing/2014/main" id="{146A5EE4-92E8-C372-6159-813A494C45EA}"/>
                    </a:ext>
                  </a:extLst>
                </p:cNvPr>
                <p:cNvSpPr/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0" name="!!Gate1">
                  <a:extLst>
                    <a:ext uri="{FF2B5EF4-FFF2-40B4-BE49-F238E27FC236}">
                      <a16:creationId xmlns:a16="http://schemas.microsoft.com/office/drawing/2014/main" id="{9A6CAFE4-1C41-C941-E936-C1B32BBEB1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blipFill>
                  <a:blip r:embed="rId16"/>
                  <a:stretch>
                    <a:fillRect l="-5263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!!Gate2">
                  <a:extLst>
                    <a:ext uri="{FF2B5EF4-FFF2-40B4-BE49-F238E27FC236}">
                      <a16:creationId xmlns:a16="http://schemas.microsoft.com/office/drawing/2014/main" id="{76AD9643-38CF-5466-7B81-CA5C092EAC65}"/>
                    </a:ext>
                  </a:extLst>
                </p:cNvPr>
                <p:cNvSpPr/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0" name="!!Gate2">
                  <a:extLst>
                    <a:ext uri="{FF2B5EF4-FFF2-40B4-BE49-F238E27FC236}">
                      <a16:creationId xmlns:a16="http://schemas.microsoft.com/office/drawing/2014/main" id="{3DD4506B-752A-945F-7D06-D91D2281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!!Gate3">
                  <a:extLst>
                    <a:ext uri="{FF2B5EF4-FFF2-40B4-BE49-F238E27FC236}">
                      <a16:creationId xmlns:a16="http://schemas.microsoft.com/office/drawing/2014/main" id="{23C944DA-9176-1803-4422-05BEE80DAD2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2" name="!!Gate3">
                  <a:extLst>
                    <a:ext uri="{FF2B5EF4-FFF2-40B4-BE49-F238E27FC236}">
                      <a16:creationId xmlns:a16="http://schemas.microsoft.com/office/drawing/2014/main" id="{7BC9A0A7-71E3-620F-11BC-84E2E60208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blipFill>
                  <a:blip r:embed="rId18"/>
                  <a:stretch>
                    <a:fillRect l="-15789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5" name="Agrupar 184">
              <a:extLst>
                <a:ext uri="{FF2B5EF4-FFF2-40B4-BE49-F238E27FC236}">
                  <a16:creationId xmlns:a16="http://schemas.microsoft.com/office/drawing/2014/main" id="{C25C7812-EF53-0506-DB0D-5B8CF874544F}"/>
                </a:ext>
              </a:extLst>
            </p:cNvPr>
            <p:cNvGrpSpPr/>
            <p:nvPr/>
          </p:nvGrpSpPr>
          <p:grpSpPr>
            <a:xfrm>
              <a:off x="2180058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6" name="Conexão Reta 185">
                <a:extLst>
                  <a:ext uri="{FF2B5EF4-FFF2-40B4-BE49-F238E27FC236}">
                    <a16:creationId xmlns:a16="http://schemas.microsoft.com/office/drawing/2014/main" id="{519687BE-071F-6B29-4BB7-D9858A2FE2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xão Reta 186">
                <a:extLst>
                  <a:ext uri="{FF2B5EF4-FFF2-40B4-BE49-F238E27FC236}">
                    <a16:creationId xmlns:a16="http://schemas.microsoft.com/office/drawing/2014/main" id="{DF39B17F-F73A-FF7F-F9C7-24DE1237F0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exão Reta 187">
                <a:extLst>
                  <a:ext uri="{FF2B5EF4-FFF2-40B4-BE49-F238E27FC236}">
                    <a16:creationId xmlns:a16="http://schemas.microsoft.com/office/drawing/2014/main" id="{71243FEA-5501-A82E-8DEA-F510E75087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08BDAADE-AB65-C323-5F6F-FEF34EDC6A06}"/>
              </a:ext>
            </a:extLst>
          </p:cNvPr>
          <p:cNvSpPr txBox="1"/>
          <p:nvPr/>
        </p:nvSpPr>
        <p:spPr>
          <a:xfrm>
            <a:off x="7820093" y="4961490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3" name="CaixaDeTexto 192">
            <a:extLst>
              <a:ext uri="{FF2B5EF4-FFF2-40B4-BE49-F238E27FC236}">
                <a16:creationId xmlns:a16="http://schemas.microsoft.com/office/drawing/2014/main" id="{4139352A-7CC9-5368-11FB-FAAC2E60A50A}"/>
              </a:ext>
            </a:extLst>
          </p:cNvPr>
          <p:cNvSpPr txBox="1"/>
          <p:nvPr/>
        </p:nvSpPr>
        <p:spPr>
          <a:xfrm>
            <a:off x="7820093" y="5423058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15A8E5D3-C846-B902-680C-2E08B02982F0}"/>
              </a:ext>
            </a:extLst>
          </p:cNvPr>
          <p:cNvSpPr txBox="1"/>
          <p:nvPr/>
        </p:nvSpPr>
        <p:spPr>
          <a:xfrm>
            <a:off x="7820093" y="5884627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BE990D18-F78A-BB0F-AEF2-92E4E6AFB3D0}"/>
              </a:ext>
            </a:extLst>
          </p:cNvPr>
          <p:cNvSpPr txBox="1"/>
          <p:nvPr/>
        </p:nvSpPr>
        <p:spPr>
          <a:xfrm>
            <a:off x="8695999" y="4961490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E31719C0-4AB6-765A-BC3B-F4C73114ADC3}"/>
              </a:ext>
            </a:extLst>
          </p:cNvPr>
          <p:cNvSpPr txBox="1"/>
          <p:nvPr/>
        </p:nvSpPr>
        <p:spPr>
          <a:xfrm>
            <a:off x="8695999" y="5423058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18DA5580-8CB1-7DD6-6D4A-57441438CC17}"/>
              </a:ext>
            </a:extLst>
          </p:cNvPr>
          <p:cNvSpPr txBox="1"/>
          <p:nvPr/>
        </p:nvSpPr>
        <p:spPr>
          <a:xfrm>
            <a:off x="8695999" y="5884627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7533943A-1CE5-D50E-402F-83EC256305C3}"/>
              </a:ext>
            </a:extLst>
          </p:cNvPr>
          <p:cNvGrpSpPr/>
          <p:nvPr/>
        </p:nvGrpSpPr>
        <p:grpSpPr>
          <a:xfrm>
            <a:off x="6778430" y="4962761"/>
            <a:ext cx="233728" cy="1230914"/>
            <a:chOff x="6778430" y="4962761"/>
            <a:chExt cx="233728" cy="1230914"/>
          </a:xfrm>
        </p:grpSpPr>
        <p:sp>
          <p:nvSpPr>
            <p:cNvPr id="198" name="CaixaDeTexto 197">
              <a:extLst>
                <a:ext uri="{FF2B5EF4-FFF2-40B4-BE49-F238E27FC236}">
                  <a16:creationId xmlns:a16="http://schemas.microsoft.com/office/drawing/2014/main" id="{B01546B7-BB36-A1AB-5B48-1A7F95ED7A30}"/>
                </a:ext>
              </a:extLst>
            </p:cNvPr>
            <p:cNvSpPr txBox="1"/>
            <p:nvPr/>
          </p:nvSpPr>
          <p:spPr>
            <a:xfrm>
              <a:off x="6778430" y="49627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199" name="CaixaDeTexto 198">
              <a:extLst>
                <a:ext uri="{FF2B5EF4-FFF2-40B4-BE49-F238E27FC236}">
                  <a16:creationId xmlns:a16="http://schemas.microsoft.com/office/drawing/2014/main" id="{19453B0A-CC89-23DF-8BAA-3202A5987862}"/>
                </a:ext>
              </a:extLst>
            </p:cNvPr>
            <p:cNvSpPr txBox="1"/>
            <p:nvPr/>
          </p:nvSpPr>
          <p:spPr>
            <a:xfrm>
              <a:off x="6778430" y="54243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A166A943-C846-B8EE-1657-92CE7AE65AFF}"/>
                </a:ext>
              </a:extLst>
            </p:cNvPr>
            <p:cNvSpPr txBox="1"/>
            <p:nvPr/>
          </p:nvSpPr>
          <p:spPr>
            <a:xfrm>
              <a:off x="6778430" y="58858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CaixaDeTexto 200">
                <a:extLst>
                  <a:ext uri="{FF2B5EF4-FFF2-40B4-BE49-F238E27FC236}">
                    <a16:creationId xmlns:a16="http://schemas.microsoft.com/office/drawing/2014/main" id="{2FDC2022-B8EC-4B72-7DEB-B3ED48012F7E}"/>
                  </a:ext>
                </a:extLst>
              </p:cNvPr>
              <p:cNvSpPr txBox="1"/>
              <p:nvPr/>
            </p:nvSpPr>
            <p:spPr>
              <a:xfrm>
                <a:off x="676161" y="3755072"/>
                <a:ext cx="3011277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𝑝𝑑𝑓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⟩"/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1" name="CaixaDeTexto 200">
                <a:extLst>
                  <a:ext uri="{FF2B5EF4-FFF2-40B4-BE49-F238E27FC236}">
                    <a16:creationId xmlns:a16="http://schemas.microsoft.com/office/drawing/2014/main" id="{2FDC2022-B8EC-4B72-7DEB-B3ED48012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61" y="3755072"/>
                <a:ext cx="3011277" cy="439736"/>
              </a:xfrm>
              <a:prstGeom prst="rect">
                <a:avLst/>
              </a:prstGeom>
              <a:blipFill>
                <a:blip r:embed="rId19"/>
                <a:stretch>
                  <a:fillRect l="-840" t="-150000" b="-2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CaixaDeTexto 201">
                <a:extLst>
                  <a:ext uri="{FF2B5EF4-FFF2-40B4-BE49-F238E27FC236}">
                    <a16:creationId xmlns:a16="http://schemas.microsoft.com/office/drawing/2014/main" id="{D11F4170-4A70-3098-AA55-D7B2D108C3F1}"/>
                  </a:ext>
                </a:extLst>
              </p:cNvPr>
              <p:cNvSpPr txBox="1"/>
              <p:nvPr/>
            </p:nvSpPr>
            <p:spPr>
              <a:xfrm>
                <a:off x="717906" y="4301596"/>
                <a:ext cx="3011277" cy="625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1,(2)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𝑝𝑑𝑓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2" name="CaixaDeTexto 201">
                <a:extLst>
                  <a:ext uri="{FF2B5EF4-FFF2-40B4-BE49-F238E27FC236}">
                    <a16:creationId xmlns:a16="http://schemas.microsoft.com/office/drawing/2014/main" id="{D11F4170-4A70-3098-AA55-D7B2D108C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06" y="4301596"/>
                <a:ext cx="3011277" cy="625492"/>
              </a:xfrm>
              <a:prstGeom prst="rect">
                <a:avLst/>
              </a:prstGeom>
              <a:blipFill>
                <a:blip r:embed="rId20"/>
                <a:stretch>
                  <a:fillRect l="-10924" t="-180000" r="-2101" b="-26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CaixaDeTexto 202">
                <a:extLst>
                  <a:ext uri="{FF2B5EF4-FFF2-40B4-BE49-F238E27FC236}">
                    <a16:creationId xmlns:a16="http://schemas.microsoft.com/office/drawing/2014/main" id="{2838D5FA-CCA8-FBD7-208F-85DAB0AFB3E6}"/>
                  </a:ext>
                </a:extLst>
              </p:cNvPr>
              <p:cNvSpPr txBox="1"/>
              <p:nvPr/>
            </p:nvSpPr>
            <p:spPr>
              <a:xfrm>
                <a:off x="717906" y="4813104"/>
                <a:ext cx="3011277" cy="625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1,(1)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𝑝𝑑𝑓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3" name="CaixaDeTexto 202">
                <a:extLst>
                  <a:ext uri="{FF2B5EF4-FFF2-40B4-BE49-F238E27FC236}">
                    <a16:creationId xmlns:a16="http://schemas.microsoft.com/office/drawing/2014/main" id="{2838D5FA-CCA8-FBD7-208F-85DAB0AFB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06" y="4813104"/>
                <a:ext cx="3011277" cy="625492"/>
              </a:xfrm>
              <a:prstGeom prst="rect">
                <a:avLst/>
              </a:prstGeom>
              <a:blipFill>
                <a:blip r:embed="rId21"/>
                <a:stretch>
                  <a:fillRect l="-10924" t="-182000" r="-2101" b="-26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CaixaDeTexto 203">
                <a:extLst>
                  <a:ext uri="{FF2B5EF4-FFF2-40B4-BE49-F238E27FC236}">
                    <a16:creationId xmlns:a16="http://schemas.microsoft.com/office/drawing/2014/main" id="{641204C9-CBDF-51C7-BC4F-DD92C4698CE2}"/>
                  </a:ext>
                </a:extLst>
              </p:cNvPr>
              <p:cNvSpPr txBox="1"/>
              <p:nvPr/>
            </p:nvSpPr>
            <p:spPr>
              <a:xfrm>
                <a:off x="717905" y="5335291"/>
                <a:ext cx="3011277" cy="6254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1,(0)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𝑝𝑑𝑓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4" name="CaixaDeTexto 203">
                <a:extLst>
                  <a:ext uri="{FF2B5EF4-FFF2-40B4-BE49-F238E27FC236}">
                    <a16:creationId xmlns:a16="http://schemas.microsoft.com/office/drawing/2014/main" id="{641204C9-CBDF-51C7-BC4F-DD92C4698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05" y="5335291"/>
                <a:ext cx="3011277" cy="625492"/>
              </a:xfrm>
              <a:prstGeom prst="rect">
                <a:avLst/>
              </a:prstGeom>
              <a:blipFill>
                <a:blip r:embed="rId22"/>
                <a:stretch>
                  <a:fillRect l="-10504" t="-182000" r="-1681" b="-26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CC085AD0-00F1-0DD9-B6DC-CFCD73EF80D3}"/>
                  </a:ext>
                </a:extLst>
              </p:cNvPr>
              <p:cNvSpPr txBox="1"/>
              <p:nvPr/>
            </p:nvSpPr>
            <p:spPr>
              <a:xfrm>
                <a:off x="737858" y="3628787"/>
                <a:ext cx="4013946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nary>
                        <m:naryPr>
                          <m:chr m:val="∏"/>
                          <m:supHide m:val="on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𝑔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0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𝑝𝑑𝑓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𝑔</m:t>
                                  </m:r>
                                </m:sub>
                              </m:sSub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0</m:t>
                                          </m:r>
                                        </m:e>
                                        <m:sub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𝑞𝑏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(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𝑔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CC085AD0-00F1-0DD9-B6DC-CFCD73EF8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58" y="3628787"/>
                <a:ext cx="4013946" cy="921471"/>
              </a:xfrm>
              <a:prstGeom prst="rect">
                <a:avLst/>
              </a:prstGeom>
              <a:blipFill>
                <a:blip r:embed="rId23"/>
                <a:stretch>
                  <a:fillRect l="-3165" t="-114865" r="-13924" b="-15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CaixaDeTexto 205">
                <a:extLst>
                  <a:ext uri="{FF2B5EF4-FFF2-40B4-BE49-F238E27FC236}">
                    <a16:creationId xmlns:a16="http://schemas.microsoft.com/office/drawing/2014/main" id="{7B899574-6491-8A08-05AB-4D8D066F5B21}"/>
                  </a:ext>
                </a:extLst>
              </p:cNvPr>
              <p:cNvSpPr txBox="1"/>
              <p:nvPr/>
            </p:nvSpPr>
            <p:spPr>
              <a:xfrm>
                <a:off x="737858" y="4375215"/>
                <a:ext cx="4013946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nary>
                        <m:naryPr>
                          <m:chr m:val="∏"/>
                          <m:supHide m:val="on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𝑔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𝑝𝑑𝑓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𝑔</m:t>
                                  </m:r>
                                </m:sub>
                              </m:sSub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1,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𝑞𝑏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(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𝑔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6" name="CaixaDeTexto 205">
                <a:extLst>
                  <a:ext uri="{FF2B5EF4-FFF2-40B4-BE49-F238E27FC236}">
                    <a16:creationId xmlns:a16="http://schemas.microsoft.com/office/drawing/2014/main" id="{7B899574-6491-8A08-05AB-4D8D066F5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58" y="4375215"/>
                <a:ext cx="4013946" cy="921471"/>
              </a:xfrm>
              <a:prstGeom prst="rect">
                <a:avLst/>
              </a:prstGeom>
              <a:blipFill>
                <a:blip r:embed="rId24"/>
                <a:stretch>
                  <a:fillRect l="-4430" t="-116216" r="-15190" b="-15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22A91E69-E5A3-E708-32D8-E16CBA08AB27}"/>
              </a:ext>
            </a:extLst>
          </p:cNvPr>
          <p:cNvGrpSpPr/>
          <p:nvPr/>
        </p:nvGrpSpPr>
        <p:grpSpPr>
          <a:xfrm>
            <a:off x="9735558" y="4967922"/>
            <a:ext cx="233728" cy="1230914"/>
            <a:chOff x="6930830" y="5115161"/>
            <a:chExt cx="233728" cy="1230914"/>
          </a:xfrm>
        </p:grpSpPr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0ACE28C2-FFFC-C26C-0AB8-4F101EFD7157}"/>
                </a:ext>
              </a:extLst>
            </p:cNvPr>
            <p:cNvSpPr txBox="1"/>
            <p:nvPr/>
          </p:nvSpPr>
          <p:spPr>
            <a:xfrm>
              <a:off x="6930830" y="51151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8" name="CaixaDeTexto 207">
              <a:extLst>
                <a:ext uri="{FF2B5EF4-FFF2-40B4-BE49-F238E27FC236}">
                  <a16:creationId xmlns:a16="http://schemas.microsoft.com/office/drawing/2014/main" id="{B9697B09-464F-D8EC-E672-FA2DAC9EF7D6}"/>
                </a:ext>
              </a:extLst>
            </p:cNvPr>
            <p:cNvSpPr txBox="1"/>
            <p:nvPr/>
          </p:nvSpPr>
          <p:spPr>
            <a:xfrm>
              <a:off x="6930830" y="55767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9" name="CaixaDeTexto 208">
              <a:extLst>
                <a:ext uri="{FF2B5EF4-FFF2-40B4-BE49-F238E27FC236}">
                  <a16:creationId xmlns:a16="http://schemas.microsoft.com/office/drawing/2014/main" id="{2B25023C-1B32-91E5-898C-45D248BEE12C}"/>
                </a:ext>
              </a:extLst>
            </p:cNvPr>
            <p:cNvSpPr txBox="1"/>
            <p:nvPr/>
          </p:nvSpPr>
          <p:spPr>
            <a:xfrm>
              <a:off x="6930830" y="60382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CaixaDeTexto 217">
                <a:extLst>
                  <a:ext uri="{FF2B5EF4-FFF2-40B4-BE49-F238E27FC236}">
                    <a16:creationId xmlns:a16="http://schemas.microsoft.com/office/drawing/2014/main" id="{5DEF53A7-BEA7-0895-17A0-6B202A6B120D}"/>
                  </a:ext>
                </a:extLst>
              </p:cNvPr>
              <p:cNvSpPr txBox="1"/>
              <p:nvPr/>
            </p:nvSpPr>
            <p:spPr>
              <a:xfrm>
                <a:off x="737857" y="5357972"/>
                <a:ext cx="2172571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=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8" name="CaixaDeTexto 217">
                <a:extLst>
                  <a:ext uri="{FF2B5EF4-FFF2-40B4-BE49-F238E27FC236}">
                    <a16:creationId xmlns:a16="http://schemas.microsoft.com/office/drawing/2014/main" id="{5DEF53A7-BEA7-0895-17A0-6B202A6B1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57" y="5357972"/>
                <a:ext cx="2172571" cy="439736"/>
              </a:xfrm>
              <a:prstGeom prst="rect">
                <a:avLst/>
              </a:prstGeom>
              <a:blipFill>
                <a:blip r:embed="rId25"/>
                <a:stretch>
                  <a:fillRect l="-9942" t="-147222" b="-2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B31CEED5-CAFD-6F32-6891-1BBD5AC1CB8F}"/>
              </a:ext>
            </a:extLst>
          </p:cNvPr>
          <p:cNvSpPr txBox="1"/>
          <p:nvPr/>
        </p:nvSpPr>
        <p:spPr>
          <a:xfrm>
            <a:off x="6003665" y="5269074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sp>
        <p:nvSpPr>
          <p:cNvPr id="223" name="Sol 222">
            <a:extLst>
              <a:ext uri="{FF2B5EF4-FFF2-40B4-BE49-F238E27FC236}">
                <a16:creationId xmlns:a16="http://schemas.microsoft.com/office/drawing/2014/main" id="{848BF41F-F56C-E7A6-8026-37EA5B5DCF64}"/>
              </a:ext>
            </a:extLst>
          </p:cNvPr>
          <p:cNvSpPr/>
          <p:nvPr/>
        </p:nvSpPr>
        <p:spPr>
          <a:xfrm>
            <a:off x="10215340" y="5296686"/>
            <a:ext cx="659757" cy="594373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125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autoRev="1" fill="remove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animClr clrSpc="rgb" dir="cw">
                                      <p:cBhvr>
                                        <p:cTn id="15" dur="1000" autoRev="1" fill="remove"/>
                                        <p:tgtEl>
                                          <p:spTgt spid="1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16" dur="1000" autoRev="1" fill="remove"/>
                                        <p:tgtEl>
                                          <p:spTgt spid="1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1000" autoRev="1" fill="remove"/>
                                        <p:tgtEl>
                                          <p:spTgt spid="1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00" autoRev="1" fill="remove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7" dur="1000" autoRev="1" fill="remove"/>
                                        <p:tgtEl>
                                          <p:spTgt spid="1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1000" autoRev="1" fill="remove"/>
                                        <p:tgtEl>
                                          <p:spTgt spid="1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1000" autoRev="1" fill="remove"/>
                                        <p:tgtEl>
                                          <p:spTgt spid="1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00" autoRev="1" fill="remove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1000" autoRev="1" fill="remove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1000" autoRev="1" fill="remove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1000" autoRev="1" fill="remove"/>
                                        <p:tgtEl>
                                          <p:spTgt spid="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74" grpId="0" animBg="1"/>
      <p:bldP spid="175" grpId="0" animBg="1"/>
      <p:bldP spid="192" grpId="0"/>
      <p:bldP spid="193" grpId="0"/>
      <p:bldP spid="194" grpId="0"/>
      <p:bldP spid="195" grpId="0"/>
      <p:bldP spid="196" grpId="0"/>
      <p:bldP spid="197" grpId="0"/>
      <p:bldP spid="201" grpId="0"/>
      <p:bldP spid="201" grpId="1"/>
      <p:bldP spid="202" grpId="0"/>
      <p:bldP spid="202" grpId="1"/>
      <p:bldP spid="203" grpId="0"/>
      <p:bldP spid="203" grpId="1"/>
      <p:bldP spid="204" grpId="0"/>
      <p:bldP spid="204" grpId="1"/>
      <p:bldP spid="205" grpId="0"/>
      <p:bldP spid="206" grpId="0"/>
      <p:bldP spid="218" grpId="0"/>
      <p:bldP spid="222" grpId="0"/>
      <p:bldP spid="2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ECB0-C424-549B-4F2E-7E5DDB7C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m mobília, mesa, mesa de centro, interior&#10;&#10;Os conteúdos gerados por IA podem estar incorretos.">
            <a:extLst>
              <a:ext uri="{FF2B5EF4-FFF2-40B4-BE49-F238E27FC236}">
                <a16:creationId xmlns:a16="http://schemas.microsoft.com/office/drawing/2014/main" id="{294B8381-B363-6EDE-3A7D-C66A4985D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777" y="2301864"/>
            <a:ext cx="7042726" cy="4012612"/>
          </a:xfrm>
          <a:prstGeom prst="rect">
            <a:avLst/>
          </a:prstGeom>
        </p:spPr>
      </p:pic>
      <p:sp>
        <p:nvSpPr>
          <p:cNvPr id="46" name="Paralelogramo 45">
            <a:extLst>
              <a:ext uri="{FF2B5EF4-FFF2-40B4-BE49-F238E27FC236}">
                <a16:creationId xmlns:a16="http://schemas.microsoft.com/office/drawing/2014/main" id="{3D7605B0-D2D2-16A1-6AE0-14D213CB30CF}"/>
              </a:ext>
            </a:extLst>
          </p:cNvPr>
          <p:cNvSpPr/>
          <p:nvPr/>
        </p:nvSpPr>
        <p:spPr>
          <a:xfrm>
            <a:off x="2146438" y="2680649"/>
            <a:ext cx="452496" cy="306355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01244C-E9A6-BDBB-BDA7-DCEF07EAD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Integral Monte Carlo </a:t>
            </a:r>
            <a:r>
              <a:rPr lang="en-GB" sz="3200" dirty="0"/>
              <a:t>- forward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60C340E-136B-0BDE-64C9-C0089549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CE953879-FC15-4333-6CF1-1B0E8FEF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12</a:t>
            </a:fld>
            <a:endParaRPr lang="en-GB" sz="1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4F75BF-05FD-BD82-CC84-FAF3F59B9B10}"/>
              </a:ext>
            </a:extLst>
          </p:cNvPr>
          <p:cNvSpPr txBox="1"/>
          <p:nvPr/>
        </p:nvSpPr>
        <p:spPr>
          <a:xfrm rot="1358285">
            <a:off x="323373" y="1703570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D1096D8-D265-D41F-AA76-A073C3CBAEBC}"/>
              </a:ext>
            </a:extLst>
          </p:cNvPr>
          <p:cNvGrpSpPr/>
          <p:nvPr/>
        </p:nvGrpSpPr>
        <p:grpSpPr>
          <a:xfrm>
            <a:off x="1404927" y="2127756"/>
            <a:ext cx="1658679" cy="1117356"/>
            <a:chOff x="1300983" y="2019249"/>
            <a:chExt cx="1658679" cy="1117356"/>
          </a:xfrm>
        </p:grpSpPr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008E6EAB-3EEF-D268-7E6E-975584E0DDFF}"/>
                </a:ext>
              </a:extLst>
            </p:cNvPr>
            <p:cNvSpPr/>
            <p:nvPr/>
          </p:nvSpPr>
          <p:spPr>
            <a:xfrm>
              <a:off x="1300983" y="2030819"/>
              <a:ext cx="1658679" cy="1105786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" name="Conexão Reta 10">
              <a:extLst>
                <a:ext uri="{FF2B5EF4-FFF2-40B4-BE49-F238E27FC236}">
                  <a16:creationId xmlns:a16="http://schemas.microsoft.com/office/drawing/2014/main" id="{0EA5D5C1-85DC-003D-A0B5-082EB6A56380}"/>
                </a:ext>
              </a:extLst>
            </p:cNvPr>
            <p:cNvCxnSpPr>
              <a:cxnSpLocks/>
            </p:cNvCxnSpPr>
            <p:nvPr/>
          </p:nvCxnSpPr>
          <p:spPr>
            <a:xfrm>
              <a:off x="1512794" y="2301634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xão Reta 14">
              <a:extLst>
                <a:ext uri="{FF2B5EF4-FFF2-40B4-BE49-F238E27FC236}">
                  <a16:creationId xmlns:a16="http://schemas.microsoft.com/office/drawing/2014/main" id="{C620EED6-0A47-07AC-F2EF-91C5C7D02167}"/>
                </a:ext>
              </a:extLst>
            </p:cNvPr>
            <p:cNvCxnSpPr>
              <a:cxnSpLocks/>
            </p:cNvCxnSpPr>
            <p:nvPr/>
          </p:nvCxnSpPr>
          <p:spPr>
            <a:xfrm>
              <a:off x="1443310" y="2588508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xão Reta 15">
              <a:extLst>
                <a:ext uri="{FF2B5EF4-FFF2-40B4-BE49-F238E27FC236}">
                  <a16:creationId xmlns:a16="http://schemas.microsoft.com/office/drawing/2014/main" id="{1EFAB22B-334F-CC49-8469-8F0F46B0CFD5}"/>
                </a:ext>
              </a:extLst>
            </p:cNvPr>
            <p:cNvCxnSpPr>
              <a:cxnSpLocks/>
            </p:cNvCxnSpPr>
            <p:nvPr/>
          </p:nvCxnSpPr>
          <p:spPr>
            <a:xfrm>
              <a:off x="1369359" y="2870893"/>
              <a:ext cx="1368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xão Reta 17">
              <a:extLst>
                <a:ext uri="{FF2B5EF4-FFF2-40B4-BE49-F238E27FC236}">
                  <a16:creationId xmlns:a16="http://schemas.microsoft.com/office/drawing/2014/main" id="{7ECAC04A-4E51-8608-8B52-6F2159F128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1841" y="203081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xão Reta 20">
              <a:extLst>
                <a:ext uri="{FF2B5EF4-FFF2-40B4-BE49-F238E27FC236}">
                  <a16:creationId xmlns:a16="http://schemas.microsoft.com/office/drawing/2014/main" id="{9CA0E027-348E-B172-7045-5040C75503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68670" y="201924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xão Reta 21">
              <a:extLst>
                <a:ext uri="{FF2B5EF4-FFF2-40B4-BE49-F238E27FC236}">
                  <a16:creationId xmlns:a16="http://schemas.microsoft.com/office/drawing/2014/main" id="{C8C0240E-85EF-413D-7EF4-671A86932E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56131" y="2019249"/>
              <a:ext cx="275665" cy="1105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46802BD1-DA54-69C5-D3AE-D2D5E59878C5}"/>
              </a:ext>
            </a:extLst>
          </p:cNvPr>
          <p:cNvSpPr/>
          <p:nvPr/>
        </p:nvSpPr>
        <p:spPr>
          <a:xfrm>
            <a:off x="2284766" y="2816205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E4BE502-8E38-4448-4F4F-86EC46DABFDA}"/>
              </a:ext>
            </a:extLst>
          </p:cNvPr>
          <p:cNvSpPr/>
          <p:nvPr/>
        </p:nvSpPr>
        <p:spPr>
          <a:xfrm>
            <a:off x="6257754" y="4759350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842CE1D7-5BCC-6D97-89BA-6BC28B08F2A7}"/>
              </a:ext>
            </a:extLst>
          </p:cNvPr>
          <p:cNvCxnSpPr>
            <a:cxnSpLocks/>
            <a:stCxn id="8" idx="3"/>
            <a:endCxn id="32" idx="2"/>
          </p:cNvCxnSpPr>
          <p:nvPr/>
        </p:nvCxnSpPr>
        <p:spPr>
          <a:xfrm>
            <a:off x="966700" y="2217063"/>
            <a:ext cx="5291054" cy="2582629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CA94FE5-2F7C-EC8C-A665-901BAC7C322D}"/>
              </a:ext>
            </a:extLst>
          </p:cNvPr>
          <p:cNvSpPr/>
          <p:nvPr/>
        </p:nvSpPr>
        <p:spPr>
          <a:xfrm rot="16200000">
            <a:off x="5711580" y="3606990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0EC0B6CC-A697-BC1A-23B0-F953D413B357}"/>
              </a:ext>
            </a:extLst>
          </p:cNvPr>
          <p:cNvCxnSpPr>
            <a:cxnSpLocks/>
            <a:stCxn id="32" idx="2"/>
            <a:endCxn id="33" idx="4"/>
          </p:cNvCxnSpPr>
          <p:nvPr/>
        </p:nvCxnSpPr>
        <p:spPr>
          <a:xfrm flipH="1" flipV="1">
            <a:off x="5822803" y="3647332"/>
            <a:ext cx="434951" cy="115236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xão Reta Unidirecional 42">
            <a:extLst>
              <a:ext uri="{FF2B5EF4-FFF2-40B4-BE49-F238E27FC236}">
                <a16:creationId xmlns:a16="http://schemas.microsoft.com/office/drawing/2014/main" id="{76F3CB87-A0A4-CBA2-DC5A-9AA75FD5C9A3}"/>
              </a:ext>
            </a:extLst>
          </p:cNvPr>
          <p:cNvCxnSpPr>
            <a:cxnSpLocks/>
            <a:stCxn id="33" idx="4"/>
            <a:endCxn id="3" idx="0"/>
          </p:cNvCxnSpPr>
          <p:nvPr/>
        </p:nvCxnSpPr>
        <p:spPr>
          <a:xfrm flipV="1">
            <a:off x="5822803" y="3341066"/>
            <a:ext cx="2127151" cy="3062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910A913-FB74-3191-0915-D3CFDB0C6826}"/>
                  </a:ext>
                </a:extLst>
              </p:cNvPr>
              <p:cNvSpPr txBox="1"/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3910A913-FB74-3191-0915-D3CFDB0C6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DCE029E-8785-CA36-060A-55806E016247}"/>
                  </a:ext>
                </a:extLst>
              </p:cNvPr>
              <p:cNvSpPr txBox="1"/>
              <p:nvPr/>
            </p:nvSpPr>
            <p:spPr>
              <a:xfrm>
                <a:off x="5450831" y="3222269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3DCE029E-8785-CA36-060A-55806E016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831" y="3222269"/>
                <a:ext cx="49736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93566CBB-7D97-D60B-06DB-3102850DC675}"/>
                  </a:ext>
                </a:extLst>
              </p:cNvPr>
              <p:cNvSpPr txBox="1"/>
              <p:nvPr/>
            </p:nvSpPr>
            <p:spPr>
              <a:xfrm>
                <a:off x="8030637" y="3094089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93566CBB-7D97-D60B-06DB-3102850DC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0637" y="3094089"/>
                <a:ext cx="49736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4D1D0C5-2B7D-F1F0-B619-13A35DF61A1A}"/>
                  </a:ext>
                </a:extLst>
              </p:cNvPr>
              <p:cNvSpPr txBox="1"/>
              <p:nvPr/>
            </p:nvSpPr>
            <p:spPr>
              <a:xfrm>
                <a:off x="201066" y="3654384"/>
                <a:ext cx="2261421" cy="490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f>
                        <m:fPr>
                          <m:type m:val="lin"/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,</m:t>
                              </m:r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4D1D0C5-2B7D-F1F0-B619-13A35DF61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" y="3654384"/>
                <a:ext cx="2261421" cy="490840"/>
              </a:xfrm>
              <a:prstGeom prst="rect">
                <a:avLst/>
              </a:prstGeom>
              <a:blipFill>
                <a:blip r:embed="rId7"/>
                <a:stretch>
                  <a:fillRect t="-117500" b="-17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1232EB34-4291-B221-1AD5-76197D7369DE}"/>
                  </a:ext>
                </a:extLst>
              </p:cNvPr>
              <p:cNvSpPr txBox="1"/>
              <p:nvPr/>
            </p:nvSpPr>
            <p:spPr>
              <a:xfrm>
                <a:off x="201066" y="4306009"/>
                <a:ext cx="265471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𝐵𝑅𝐷𝐹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(</m:t>
                      </m:r>
                      <m:sSub>
                        <m:sSubPr>
                          <m:ctrlP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1232EB34-4291-B221-1AD5-76197D736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" y="4306009"/>
                <a:ext cx="2654719" cy="461665"/>
              </a:xfrm>
              <a:prstGeom prst="rect">
                <a:avLst/>
              </a:prstGeom>
              <a:blipFill>
                <a:blip r:embed="rId8"/>
                <a:stretch>
                  <a:fillRect r="-1905" b="-15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C8B8E595-3E3B-FB4F-8BB4-DA3641140A0D}"/>
                  </a:ext>
                </a:extLst>
              </p:cNvPr>
              <p:cNvSpPr txBox="1"/>
              <p:nvPr/>
            </p:nvSpPr>
            <p:spPr>
              <a:xfrm>
                <a:off x="201066" y="4928459"/>
                <a:ext cx="1527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r>
                        <a:rPr lang="pt-PT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𝟏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C8B8E595-3E3B-FB4F-8BB4-DA3641140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" y="4928459"/>
                <a:ext cx="1527318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9545471-0670-19E2-DBAF-66A1D1E27D5E}"/>
              </a:ext>
            </a:extLst>
          </p:cNvPr>
          <p:cNvGrpSpPr/>
          <p:nvPr/>
        </p:nvGrpSpPr>
        <p:grpSpPr>
          <a:xfrm>
            <a:off x="5948196" y="4555664"/>
            <a:ext cx="760877" cy="516040"/>
            <a:chOff x="5277636" y="2949343"/>
            <a:chExt cx="760877" cy="51604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88C3D27-B019-19DB-98F7-6D4C7AB63D15}"/>
                </a:ext>
              </a:extLst>
            </p:cNvPr>
            <p:cNvSpPr/>
            <p:nvPr/>
          </p:nvSpPr>
          <p:spPr>
            <a:xfrm>
              <a:off x="5277636" y="3168848"/>
              <a:ext cx="760877" cy="99275"/>
            </a:xfrm>
            <a:prstGeom prst="ellipse">
              <a:avLst/>
            </a:prstGeom>
            <a:noFill/>
            <a:ln w="28575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highlight>
                  <a:srgbClr val="FF7200"/>
                </a:highlight>
              </a:endParaRPr>
            </a:p>
          </p:txBody>
        </p:sp>
        <p:sp>
          <p:nvSpPr>
            <p:cNvPr id="48" name="Duplo Semicírculo 47">
              <a:extLst>
                <a:ext uri="{FF2B5EF4-FFF2-40B4-BE49-F238E27FC236}">
                  <a16:creationId xmlns:a16="http://schemas.microsoft.com/office/drawing/2014/main" id="{ECA6B2F8-B229-5BF4-CB86-9F44E7EE65AF}"/>
                </a:ext>
              </a:extLst>
            </p:cNvPr>
            <p:cNvSpPr/>
            <p:nvPr/>
          </p:nvSpPr>
          <p:spPr>
            <a:xfrm>
              <a:off x="5295860" y="2949343"/>
              <a:ext cx="736316" cy="516040"/>
            </a:xfrm>
            <a:prstGeom prst="blockArc">
              <a:avLst>
                <a:gd name="adj1" fmla="val 10800000"/>
                <a:gd name="adj2" fmla="val 154308"/>
                <a:gd name="adj3" fmla="val 0"/>
              </a:avLst>
            </a:prstGeom>
            <a:ln w="28575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highlight>
                  <a:srgbClr val="FF7200"/>
                </a:highligh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F151C2AA-4E31-9949-CDEC-7263B4139AE2}"/>
                  </a:ext>
                </a:extLst>
              </p:cNvPr>
              <p:cNvSpPr txBox="1"/>
              <p:nvPr/>
            </p:nvSpPr>
            <p:spPr>
              <a:xfrm>
                <a:off x="6079951" y="4824645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F151C2AA-4E31-9949-CDEC-7263B4139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951" y="4824645"/>
                <a:ext cx="49736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9079AE7F-8DD7-0237-4B16-103C1539BCC9}"/>
              </a:ext>
            </a:extLst>
          </p:cNvPr>
          <p:cNvSpPr/>
          <p:nvPr/>
        </p:nvSpPr>
        <p:spPr>
          <a:xfrm rot="16200000">
            <a:off x="7919414" y="3300724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4CEBF97-2B73-0889-26FC-3E6BEBB1F9EE}"/>
                  </a:ext>
                </a:extLst>
              </p:cNvPr>
              <p:cNvSpPr txBox="1"/>
              <p:nvPr/>
            </p:nvSpPr>
            <p:spPr>
              <a:xfrm>
                <a:off x="8379794" y="1054275"/>
                <a:ext cx="2606354" cy="1131143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𝐼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PT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fPr>
                            <m:num>
                              <m: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PT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4CEBF97-2B73-0889-26FC-3E6BEBB1F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9794" y="1054275"/>
                <a:ext cx="2606354" cy="1131143"/>
              </a:xfrm>
              <a:prstGeom prst="rect">
                <a:avLst/>
              </a:prstGeom>
              <a:blipFill>
                <a:blip r:embed="rId11"/>
                <a:stretch>
                  <a:fillRect l="-1951" t="-102222" b="-15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Multiplicação 13">
            <a:extLst>
              <a:ext uri="{FF2B5EF4-FFF2-40B4-BE49-F238E27FC236}">
                <a16:creationId xmlns:a16="http://schemas.microsoft.com/office/drawing/2014/main" id="{F42CC616-9292-1E85-D53C-E00A5728F2AD}"/>
              </a:ext>
            </a:extLst>
          </p:cNvPr>
          <p:cNvSpPr>
            <a:spLocks noChangeAspect="1"/>
          </p:cNvSpPr>
          <p:nvPr/>
        </p:nvSpPr>
        <p:spPr>
          <a:xfrm>
            <a:off x="6598341" y="3140241"/>
            <a:ext cx="720000" cy="720000"/>
          </a:xfrm>
          <a:prstGeom prst="mathMultiply">
            <a:avLst>
              <a:gd name="adj1" fmla="val 879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011915F1-AEBA-DB58-AB84-15789BFD54FE}"/>
                  </a:ext>
                </a:extLst>
              </p:cNvPr>
              <p:cNvSpPr txBox="1"/>
              <p:nvPr/>
            </p:nvSpPr>
            <p:spPr>
              <a:xfrm>
                <a:off x="201066" y="5550908"/>
                <a:ext cx="379771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𝑓</m:t>
                      </m:r>
                      <m:d>
                        <m:dPr>
                          <m:ctrlPr>
                            <a:rPr lang="pt-PT" sz="24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P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=0⇒</m:t>
                      </m:r>
                      <m:r>
                        <a:rPr lang="pt-PT" sz="2400" i="1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𝑓</m:t>
                      </m:r>
                      <m:d>
                        <m:dPr>
                          <m:ctrlP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pt-PT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011915F1-AEBA-DB58-AB84-15789BFD5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6" y="5550908"/>
                <a:ext cx="3797711" cy="461665"/>
              </a:xfrm>
              <a:prstGeom prst="rect">
                <a:avLst/>
              </a:prstGeom>
              <a:blipFill>
                <a:blip r:embed="rId12"/>
                <a:stretch>
                  <a:fillRect l="-1000" r="-333" b="-162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65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  <p:bldP spid="33" grpId="0" animBg="1"/>
      <p:bldP spid="37" grpId="0"/>
      <p:bldP spid="38" grpId="0"/>
      <p:bldP spid="36" grpId="0"/>
      <p:bldP spid="3" grpId="0" animBg="1"/>
      <p:bldP spid="14" grpId="0" animBg="1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1490F-3259-F8DE-947B-0CBB0615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Conexão Reta Unidirecional 218">
            <a:extLst>
              <a:ext uri="{FF2B5EF4-FFF2-40B4-BE49-F238E27FC236}">
                <a16:creationId xmlns:a16="http://schemas.microsoft.com/office/drawing/2014/main" id="{84592E68-2748-60A3-967C-49222EBA8772}"/>
              </a:ext>
            </a:extLst>
          </p:cNvPr>
          <p:cNvCxnSpPr>
            <a:cxnSpLocks/>
            <a:stCxn id="128" idx="0"/>
            <a:endCxn id="105" idx="3"/>
          </p:cNvCxnSpPr>
          <p:nvPr/>
        </p:nvCxnSpPr>
        <p:spPr>
          <a:xfrm flipV="1">
            <a:off x="8857328" y="2346394"/>
            <a:ext cx="959610" cy="29208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exão Reta Unidirecional 211">
            <a:extLst>
              <a:ext uri="{FF2B5EF4-FFF2-40B4-BE49-F238E27FC236}">
                <a16:creationId xmlns:a16="http://schemas.microsoft.com/office/drawing/2014/main" id="{34838005-F6D0-B38E-3C97-3FA935B505F0}"/>
              </a:ext>
            </a:extLst>
          </p:cNvPr>
          <p:cNvCxnSpPr>
            <a:cxnSpLocks/>
            <a:stCxn id="159" idx="5"/>
            <a:endCxn id="154" idx="0"/>
          </p:cNvCxnSpPr>
          <p:nvPr/>
        </p:nvCxnSpPr>
        <p:spPr>
          <a:xfrm>
            <a:off x="6902052" y="2346394"/>
            <a:ext cx="958191" cy="292084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exão Reta Unidirecional 212">
            <a:extLst>
              <a:ext uri="{FF2B5EF4-FFF2-40B4-BE49-F238E27FC236}">
                <a16:creationId xmlns:a16="http://schemas.microsoft.com/office/drawing/2014/main" id="{A8567111-C2DA-3228-E7E9-B7734E1B3B4E}"/>
              </a:ext>
            </a:extLst>
          </p:cNvPr>
          <p:cNvCxnSpPr>
            <a:cxnSpLocks/>
          </p:cNvCxnSpPr>
          <p:nvPr/>
        </p:nvCxnSpPr>
        <p:spPr>
          <a:xfrm flipV="1">
            <a:off x="7860243" y="2627389"/>
            <a:ext cx="1013581" cy="0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AB3F38C6-AE74-50EC-DAEC-2EC5A7E2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Integral Monte Carlo </a:t>
            </a:r>
            <a:r>
              <a:rPr lang="en-GB" sz="3200" dirty="0"/>
              <a:t>- forward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22C6AE6-4BC3-AC7B-DF0A-A2D2EC0F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29A84D1-350A-E6F6-0F1C-92A3547A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13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0B32138-3506-EB72-FBCA-99741C7C2F53}"/>
                  </a:ext>
                </a:extLst>
              </p:cNvPr>
              <p:cNvSpPr txBox="1"/>
              <p:nvPr/>
            </p:nvSpPr>
            <p:spPr>
              <a:xfrm>
                <a:off x="1971236" y="1721953"/>
                <a:ext cx="2606354" cy="1131143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𝐼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pt-PT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fPr>
                            <m:num>
                              <m: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PT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60B32138-3506-EB72-FBCA-99741C7C2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236" y="1721953"/>
                <a:ext cx="2606354" cy="1131143"/>
              </a:xfrm>
              <a:prstGeom prst="rect">
                <a:avLst/>
              </a:prstGeom>
              <a:blipFill>
                <a:blip r:embed="rId3"/>
                <a:stretch>
                  <a:fillRect l="-1456" t="-101111" b="-15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!!Integrand">
            <a:extLst>
              <a:ext uri="{FF2B5EF4-FFF2-40B4-BE49-F238E27FC236}">
                <a16:creationId xmlns:a16="http://schemas.microsoft.com/office/drawing/2014/main" id="{40F44684-D205-600F-F568-EE7213286BC2}"/>
              </a:ext>
            </a:extLst>
          </p:cNvPr>
          <p:cNvGrpSpPr/>
          <p:nvPr/>
        </p:nvGrpSpPr>
        <p:grpSpPr>
          <a:xfrm>
            <a:off x="6598148" y="1595628"/>
            <a:ext cx="3522693" cy="2991959"/>
            <a:chOff x="8146532" y="205740"/>
            <a:chExt cx="3522693" cy="29919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D955E3AF-1B77-1F11-9C2D-875DA96AEC7B}"/>
                    </a:ext>
                  </a:extLst>
                </p:cNvPr>
                <p:cNvSpPr txBox="1"/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D955E3AF-1B77-1F11-9C2D-875DA96AE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blipFill>
                  <a:blip r:embed="rId4"/>
                  <a:stretch>
                    <a:fillRect l="-2778" t="-10526" r="-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69311B7D-05BD-3BA6-14B3-3295C6020AAF}"/>
                    </a:ext>
                  </a:extLst>
                </p:cNvPr>
                <p:cNvSpPr txBox="1"/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69311B7D-05BD-3BA6-14B3-3295C6020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blipFill>
                  <a:blip r:embed="rId5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Agrupar 99">
              <a:extLst>
                <a:ext uri="{FF2B5EF4-FFF2-40B4-BE49-F238E27FC236}">
                  <a16:creationId xmlns:a16="http://schemas.microsoft.com/office/drawing/2014/main" id="{8AA83441-92CC-7994-48C6-3E3C84D3E2DA}"/>
                </a:ext>
              </a:extLst>
            </p:cNvPr>
            <p:cNvGrpSpPr/>
            <p:nvPr/>
          </p:nvGrpSpPr>
          <p:grpSpPr>
            <a:xfrm>
              <a:off x="8146532" y="610545"/>
              <a:ext cx="531439" cy="361777"/>
              <a:chOff x="5419646" y="4385129"/>
              <a:chExt cx="531439" cy="361777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9E1D25E9-26BC-6B2C-67DF-9B9AC86AA777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CaixaDeTexto 159">
                <a:extLst>
                  <a:ext uri="{FF2B5EF4-FFF2-40B4-BE49-F238E27FC236}">
                    <a16:creationId xmlns:a16="http://schemas.microsoft.com/office/drawing/2014/main" id="{A61FBA9B-AD6B-F51F-2CB6-88F925A97AD1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p:grpSp>
          <p:nvGrpSpPr>
            <p:cNvPr id="101" name="Agrupar 100">
              <a:extLst>
                <a:ext uri="{FF2B5EF4-FFF2-40B4-BE49-F238E27FC236}">
                  <a16:creationId xmlns:a16="http://schemas.microsoft.com/office/drawing/2014/main" id="{D31C1619-1378-4CFB-3F75-9E3D8C52C10E}"/>
                </a:ext>
              </a:extLst>
            </p:cNvPr>
            <p:cNvGrpSpPr/>
            <p:nvPr/>
          </p:nvGrpSpPr>
          <p:grpSpPr>
            <a:xfrm>
              <a:off x="9142907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33" name="Agrupar 132">
                <a:extLst>
                  <a:ext uri="{FF2B5EF4-FFF2-40B4-BE49-F238E27FC236}">
                    <a16:creationId xmlns:a16="http://schemas.microsoft.com/office/drawing/2014/main" id="{60872E20-6E00-EB5F-DC90-10915D2CEE76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47" name="Agrupar 146">
                  <a:extLst>
                    <a:ext uri="{FF2B5EF4-FFF2-40B4-BE49-F238E27FC236}">
                      <a16:creationId xmlns:a16="http://schemas.microsoft.com/office/drawing/2014/main" id="{448EDCAD-F4C7-AE89-6D55-E307AAC7893C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7" name="CaixaDeTexto 156">
                    <a:extLst>
                      <a:ext uri="{FF2B5EF4-FFF2-40B4-BE49-F238E27FC236}">
                        <a16:creationId xmlns:a16="http://schemas.microsoft.com/office/drawing/2014/main" id="{548E335C-DD57-0D1D-2614-64F4852A2DA9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61F24CDF-4A35-1F8F-9D43-3931C880AC93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48" name="Agrupar 147">
                  <a:extLst>
                    <a:ext uri="{FF2B5EF4-FFF2-40B4-BE49-F238E27FC236}">
                      <a16:creationId xmlns:a16="http://schemas.microsoft.com/office/drawing/2014/main" id="{BBFF0FC6-6A4D-01A9-D856-A98D9237EFCC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E3A0C5DB-A53D-3EC7-0535-4B29E37D75AB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6" name="CaixaDeTexto 155">
                    <a:extLst>
                      <a:ext uri="{FF2B5EF4-FFF2-40B4-BE49-F238E27FC236}">
                        <a16:creationId xmlns:a16="http://schemas.microsoft.com/office/drawing/2014/main" id="{4842057F-218F-1910-E2BD-554BD4A28775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49" name="Agrupar 148">
                  <a:extLst>
                    <a:ext uri="{FF2B5EF4-FFF2-40B4-BE49-F238E27FC236}">
                      <a16:creationId xmlns:a16="http://schemas.microsoft.com/office/drawing/2014/main" id="{872F04E3-A546-723F-2F07-880B8E66B5C8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C50EBCDF-F5EB-E177-9B93-6001D90BED53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4" name="CaixaDeTexto 153">
                    <a:extLst>
                      <a:ext uri="{FF2B5EF4-FFF2-40B4-BE49-F238E27FC236}">
                        <a16:creationId xmlns:a16="http://schemas.microsoft.com/office/drawing/2014/main" id="{20B33DCF-F61D-BDEB-7974-C8C122980FA9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50" name="Agrupar 149">
                  <a:extLst>
                    <a:ext uri="{FF2B5EF4-FFF2-40B4-BE49-F238E27FC236}">
                      <a16:creationId xmlns:a16="http://schemas.microsoft.com/office/drawing/2014/main" id="{05C49FBA-8EFB-183A-D9F0-481828C9F3C3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E7DC63BD-E99C-1BC4-A8E6-DCC70976D296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2" name="CaixaDeTexto 151">
                    <a:extLst>
                      <a:ext uri="{FF2B5EF4-FFF2-40B4-BE49-F238E27FC236}">
                        <a16:creationId xmlns:a16="http://schemas.microsoft.com/office/drawing/2014/main" id="{53FEDE0D-E459-B411-6F11-06093EACAAA8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34" name="Agrupar 133">
                <a:extLst>
                  <a:ext uri="{FF2B5EF4-FFF2-40B4-BE49-F238E27FC236}">
                    <a16:creationId xmlns:a16="http://schemas.microsoft.com/office/drawing/2014/main" id="{765C3A7C-3907-5FFA-8719-863364F932A4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35" name="Agrupar 134">
                  <a:extLst>
                    <a:ext uri="{FF2B5EF4-FFF2-40B4-BE49-F238E27FC236}">
                      <a16:creationId xmlns:a16="http://schemas.microsoft.com/office/drawing/2014/main" id="{A3E9D695-4EB1-9546-4799-F54585A3F340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F79A91BE-C061-5D66-CC82-79D842387D16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6" name="CaixaDeTexto 145">
                    <a:extLst>
                      <a:ext uri="{FF2B5EF4-FFF2-40B4-BE49-F238E27FC236}">
                        <a16:creationId xmlns:a16="http://schemas.microsoft.com/office/drawing/2014/main" id="{B775A514-2EA0-98E2-FFF1-C38FFDA04BF3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36" name="Agrupar 135">
                  <a:extLst>
                    <a:ext uri="{FF2B5EF4-FFF2-40B4-BE49-F238E27FC236}">
                      <a16:creationId xmlns:a16="http://schemas.microsoft.com/office/drawing/2014/main" id="{F6576BA6-657A-AF75-B9FD-6C945433957A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99894329-C9E3-69F3-0E60-A792D29D6B7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4" name="CaixaDeTexto 143">
                    <a:extLst>
                      <a:ext uri="{FF2B5EF4-FFF2-40B4-BE49-F238E27FC236}">
                        <a16:creationId xmlns:a16="http://schemas.microsoft.com/office/drawing/2014/main" id="{33BC7008-F64C-8CD5-08C8-E57488F140DE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37" name="Agrupar 136">
                  <a:extLst>
                    <a:ext uri="{FF2B5EF4-FFF2-40B4-BE49-F238E27FC236}">
                      <a16:creationId xmlns:a16="http://schemas.microsoft.com/office/drawing/2014/main" id="{933794D8-E1F4-40F8-E67B-C20C71D6EC91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1" name="Oval 140">
                    <a:extLst>
                      <a:ext uri="{FF2B5EF4-FFF2-40B4-BE49-F238E27FC236}">
                        <a16:creationId xmlns:a16="http://schemas.microsoft.com/office/drawing/2014/main" id="{5AC7723D-1911-3FEE-CCBE-C8ECE60EE837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2" name="CaixaDeTexto 141">
                    <a:extLst>
                      <a:ext uri="{FF2B5EF4-FFF2-40B4-BE49-F238E27FC236}">
                        <a16:creationId xmlns:a16="http://schemas.microsoft.com/office/drawing/2014/main" id="{7EB40D76-D20D-C858-4E9A-A55E927F108B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38" name="Agrupar 137">
                  <a:extLst>
                    <a:ext uri="{FF2B5EF4-FFF2-40B4-BE49-F238E27FC236}">
                      <a16:creationId xmlns:a16="http://schemas.microsoft.com/office/drawing/2014/main" id="{842F3266-D7EC-DB03-CBEC-C146CD7E8FA0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9" name="Oval 138">
                    <a:extLst>
                      <a:ext uri="{FF2B5EF4-FFF2-40B4-BE49-F238E27FC236}">
                        <a16:creationId xmlns:a16="http://schemas.microsoft.com/office/drawing/2014/main" id="{D4A8657B-59FD-5122-C610-D130B8B68769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0" name="CaixaDeTexto 139">
                    <a:extLst>
                      <a:ext uri="{FF2B5EF4-FFF2-40B4-BE49-F238E27FC236}">
                        <a16:creationId xmlns:a16="http://schemas.microsoft.com/office/drawing/2014/main" id="{F4E55FB6-489F-3761-0058-F5F2D4391B96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2" name="Agrupar 101">
              <a:extLst>
                <a:ext uri="{FF2B5EF4-FFF2-40B4-BE49-F238E27FC236}">
                  <a16:creationId xmlns:a16="http://schemas.microsoft.com/office/drawing/2014/main" id="{1F400DFD-0C07-40E6-1443-47C793D9EB6F}"/>
                </a:ext>
              </a:extLst>
            </p:cNvPr>
            <p:cNvGrpSpPr/>
            <p:nvPr/>
          </p:nvGrpSpPr>
          <p:grpSpPr>
            <a:xfrm>
              <a:off x="10139992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07" name="Agrupar 106">
                <a:extLst>
                  <a:ext uri="{FF2B5EF4-FFF2-40B4-BE49-F238E27FC236}">
                    <a16:creationId xmlns:a16="http://schemas.microsoft.com/office/drawing/2014/main" id="{9C3FAED3-F981-7BBC-21ED-920183615570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21" name="Agrupar 120">
                  <a:extLst>
                    <a:ext uri="{FF2B5EF4-FFF2-40B4-BE49-F238E27FC236}">
                      <a16:creationId xmlns:a16="http://schemas.microsoft.com/office/drawing/2014/main" id="{B414D94A-E9F8-8E7D-BBA5-0884D2EE8D18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5408E72D-6DCC-0EC8-133A-6507DB85537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2" name="CaixaDeTexto 131">
                    <a:extLst>
                      <a:ext uri="{FF2B5EF4-FFF2-40B4-BE49-F238E27FC236}">
                        <a16:creationId xmlns:a16="http://schemas.microsoft.com/office/drawing/2014/main" id="{26032EAA-0784-2D36-B1AA-008E1CA0D92E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</p:grpSp>
            <p:grpSp>
              <p:nvGrpSpPr>
                <p:cNvPr id="122" name="Agrupar 121">
                  <a:extLst>
                    <a:ext uri="{FF2B5EF4-FFF2-40B4-BE49-F238E27FC236}">
                      <a16:creationId xmlns:a16="http://schemas.microsoft.com/office/drawing/2014/main" id="{7C0FB881-50E5-2166-D138-0C2B70CBA430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F26B7DF2-1BC1-8FC7-D01E-D52EBDBD9DE8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0" name="CaixaDeTexto 129">
                    <a:extLst>
                      <a:ext uri="{FF2B5EF4-FFF2-40B4-BE49-F238E27FC236}">
                        <a16:creationId xmlns:a16="http://schemas.microsoft.com/office/drawing/2014/main" id="{D7935D58-6546-B5C3-9C2B-C17399C59E0E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23" name="Agrupar 122">
                  <a:extLst>
                    <a:ext uri="{FF2B5EF4-FFF2-40B4-BE49-F238E27FC236}">
                      <a16:creationId xmlns:a16="http://schemas.microsoft.com/office/drawing/2014/main" id="{D2F44574-2BA9-5BFC-4975-CBEB0DF5D16C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9ED90D0F-5E83-1F89-7807-0D77B891874E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8" name="CaixaDeTexto 127">
                    <a:extLst>
                      <a:ext uri="{FF2B5EF4-FFF2-40B4-BE49-F238E27FC236}">
                        <a16:creationId xmlns:a16="http://schemas.microsoft.com/office/drawing/2014/main" id="{A1D6C847-CB93-BBEC-32BF-F3AF35BE2504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24" name="Agrupar 123">
                  <a:extLst>
                    <a:ext uri="{FF2B5EF4-FFF2-40B4-BE49-F238E27FC236}">
                      <a16:creationId xmlns:a16="http://schemas.microsoft.com/office/drawing/2014/main" id="{9B4E56FF-920A-19DC-813C-B4107EB00640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E93F9ED2-4859-6076-FE5E-C92A753CCD3E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6" name="CaixaDeTexto 125">
                    <a:extLst>
                      <a:ext uri="{FF2B5EF4-FFF2-40B4-BE49-F238E27FC236}">
                        <a16:creationId xmlns:a16="http://schemas.microsoft.com/office/drawing/2014/main" id="{6572C186-FDB5-E681-E649-16D71970C48B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08" name="Agrupar 107">
                <a:extLst>
                  <a:ext uri="{FF2B5EF4-FFF2-40B4-BE49-F238E27FC236}">
                    <a16:creationId xmlns:a16="http://schemas.microsoft.com/office/drawing/2014/main" id="{AAC0BAFA-EDBA-D74E-FC21-8532A0965A6D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09" name="Agrupar 108">
                  <a:extLst>
                    <a:ext uri="{FF2B5EF4-FFF2-40B4-BE49-F238E27FC236}">
                      <a16:creationId xmlns:a16="http://schemas.microsoft.com/office/drawing/2014/main" id="{793509AA-E628-D9BC-EC56-C59AB15244C0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E0015929-5AC0-343F-D55C-623080CF587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EA954452-6F6A-2E43-6179-53B8D54A01E7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10" name="Agrupar 109">
                  <a:extLst>
                    <a:ext uri="{FF2B5EF4-FFF2-40B4-BE49-F238E27FC236}">
                      <a16:creationId xmlns:a16="http://schemas.microsoft.com/office/drawing/2014/main" id="{33BD4CA4-CD73-6FE3-1C89-2D56E7E62306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2F1EF15D-F8AF-83B3-33B1-FC1B59B0B46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8" name="CaixaDeTexto 117">
                    <a:extLst>
                      <a:ext uri="{FF2B5EF4-FFF2-40B4-BE49-F238E27FC236}">
                        <a16:creationId xmlns:a16="http://schemas.microsoft.com/office/drawing/2014/main" id="{0F4E108A-8D21-4931-4319-9FD7BCF95A90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11" name="Agrupar 110">
                  <a:extLst>
                    <a:ext uri="{FF2B5EF4-FFF2-40B4-BE49-F238E27FC236}">
                      <a16:creationId xmlns:a16="http://schemas.microsoft.com/office/drawing/2014/main" id="{FA1B6055-5898-FF80-67F0-9114914345AE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3E93F535-E85B-E47C-5ECE-FDE9A8B97E18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6" name="CaixaDeTexto 115">
                    <a:extLst>
                      <a:ext uri="{FF2B5EF4-FFF2-40B4-BE49-F238E27FC236}">
                        <a16:creationId xmlns:a16="http://schemas.microsoft.com/office/drawing/2014/main" id="{10BF95F9-AE6F-06B6-B629-92F777B1382F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12" name="Agrupar 111">
                  <a:extLst>
                    <a:ext uri="{FF2B5EF4-FFF2-40B4-BE49-F238E27FC236}">
                      <a16:creationId xmlns:a16="http://schemas.microsoft.com/office/drawing/2014/main" id="{53AFF6B4-35FD-21A1-8FBC-3D53392BEA33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A648D565-1FAE-3B41-DB60-3E56E4047411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4" name="CaixaDeTexto 113">
                    <a:extLst>
                      <a:ext uri="{FF2B5EF4-FFF2-40B4-BE49-F238E27FC236}">
                        <a16:creationId xmlns:a16="http://schemas.microsoft.com/office/drawing/2014/main" id="{37556E76-1D63-29E9-6509-651E46199490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3" name="Agrupar 102">
              <a:extLst>
                <a:ext uri="{FF2B5EF4-FFF2-40B4-BE49-F238E27FC236}">
                  <a16:creationId xmlns:a16="http://schemas.microsoft.com/office/drawing/2014/main" id="{CBA124AA-C1B5-CEC2-AA49-548E3B732AFA}"/>
                </a:ext>
              </a:extLst>
            </p:cNvPr>
            <p:cNvGrpSpPr/>
            <p:nvPr/>
          </p:nvGrpSpPr>
          <p:grpSpPr>
            <a:xfrm>
              <a:off x="11137786" y="610545"/>
              <a:ext cx="531439" cy="361777"/>
              <a:chOff x="5419646" y="4385129"/>
              <a:chExt cx="531439" cy="361777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E1DD7D24-C322-B7F7-CF35-EE35AE8E1D4F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992598D8-A573-0E09-3F74-1DC410515154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14B58897-D0F4-E86C-0662-72705D1E6318}"/>
                    </a:ext>
                  </a:extLst>
                </p:cNvPr>
                <p:cNvSpPr txBox="1"/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14B58897-D0F4-E86C-0662-72705D1E6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blipFill>
                  <a:blip r:embed="rId6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008CAE3A-FE2D-502A-9614-65EC5DF4C6A6}"/>
              </a:ext>
            </a:extLst>
          </p:cNvPr>
          <p:cNvGrpSpPr/>
          <p:nvPr/>
        </p:nvGrpSpPr>
        <p:grpSpPr>
          <a:xfrm>
            <a:off x="8221539" y="5068223"/>
            <a:ext cx="360000" cy="955256"/>
            <a:chOff x="2195906" y="4946709"/>
            <a:chExt cx="360000" cy="955256"/>
          </a:xfrm>
        </p:grpSpPr>
        <p:grpSp>
          <p:nvGrpSpPr>
            <p:cNvPr id="162" name="!!Gate4">
              <a:extLst>
                <a:ext uri="{FF2B5EF4-FFF2-40B4-BE49-F238E27FC236}">
                  <a16:creationId xmlns:a16="http://schemas.microsoft.com/office/drawing/2014/main" id="{8597F509-E56C-28F6-2DF7-DDE53BF401FC}"/>
                </a:ext>
              </a:extLst>
            </p:cNvPr>
            <p:cNvGrpSpPr/>
            <p:nvPr/>
          </p:nvGrpSpPr>
          <p:grpSpPr>
            <a:xfrm>
              <a:off x="2195906" y="4985665"/>
              <a:ext cx="360000" cy="916300"/>
              <a:chOff x="2118732" y="2261831"/>
              <a:chExt cx="360000" cy="916300"/>
            </a:xfrm>
          </p:grpSpPr>
          <p:cxnSp>
            <p:nvCxnSpPr>
              <p:cNvPr id="166" name="Conexão Reta 165">
                <a:extLst>
                  <a:ext uri="{FF2B5EF4-FFF2-40B4-BE49-F238E27FC236}">
                    <a16:creationId xmlns:a16="http://schemas.microsoft.com/office/drawing/2014/main" id="{4DD136F0-CB73-2A97-1511-4B48DF25E5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exão Reta 166">
                <a:extLst>
                  <a:ext uri="{FF2B5EF4-FFF2-40B4-BE49-F238E27FC236}">
                    <a16:creationId xmlns:a16="http://schemas.microsoft.com/office/drawing/2014/main" id="{D2BCC2C5-25FE-A34E-F961-04B4D6B0EB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4604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Conexão Reta 167">
                <a:extLst>
                  <a:ext uri="{FF2B5EF4-FFF2-40B4-BE49-F238E27FC236}">
                    <a16:creationId xmlns:a16="http://schemas.microsoft.com/office/drawing/2014/main" id="{F0116DBD-09F6-FC83-4D06-BE1EEFCCBC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781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B32E24E-D602-A982-CC8E-A687C49F2DEF}"/>
                </a:ext>
              </a:extLst>
            </p:cNvPr>
            <p:cNvSpPr/>
            <p:nvPr/>
          </p:nvSpPr>
          <p:spPr>
            <a:xfrm>
              <a:off x="2328421" y="4946709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4" name="Ou 163">
              <a:extLst>
                <a:ext uri="{FF2B5EF4-FFF2-40B4-BE49-F238E27FC236}">
                  <a16:creationId xmlns:a16="http://schemas.microsoft.com/office/drawing/2014/main" id="{8E1A1018-3B5E-0B4C-CFD2-16C80B04B8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0421" y="5396805"/>
              <a:ext cx="144000" cy="144000"/>
            </a:xfrm>
            <a:prstGeom prst="flowChartOr">
              <a:avLst/>
            </a:prstGeom>
            <a:solidFill>
              <a:srgbClr val="9E867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5" name="Conexão Reta 164">
              <a:extLst>
                <a:ext uri="{FF2B5EF4-FFF2-40B4-BE49-F238E27FC236}">
                  <a16:creationId xmlns:a16="http://schemas.microsoft.com/office/drawing/2014/main" id="{623048E1-60DC-EC46-DC54-ED594E48B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2421" y="4993865"/>
              <a:ext cx="1894" cy="468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8198E213-E990-71F0-C628-E9EDDCDB9ED4}"/>
              </a:ext>
            </a:extLst>
          </p:cNvPr>
          <p:cNvGrpSpPr/>
          <p:nvPr/>
        </p:nvGrpSpPr>
        <p:grpSpPr>
          <a:xfrm>
            <a:off x="7051209" y="5108993"/>
            <a:ext cx="108000" cy="929523"/>
            <a:chOff x="2118732" y="2261831"/>
            <a:chExt cx="180000" cy="929523"/>
          </a:xfrm>
        </p:grpSpPr>
        <p:cxnSp>
          <p:nvCxnSpPr>
            <p:cNvPr id="170" name="Conexão Reta 169">
              <a:extLst>
                <a:ext uri="{FF2B5EF4-FFF2-40B4-BE49-F238E27FC236}">
                  <a16:creationId xmlns:a16="http://schemas.microsoft.com/office/drawing/2014/main" id="{EA0168D0-58D5-845F-45EE-F7F4342A5271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xão Reta 170">
              <a:extLst>
                <a:ext uri="{FF2B5EF4-FFF2-40B4-BE49-F238E27FC236}">
                  <a16:creationId xmlns:a16="http://schemas.microsoft.com/office/drawing/2014/main" id="{7F003354-62AA-D861-C842-4926B7014BC6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xão Reta 171">
              <a:extLst>
                <a:ext uri="{FF2B5EF4-FFF2-40B4-BE49-F238E27FC236}">
                  <a16:creationId xmlns:a16="http://schemas.microsoft.com/office/drawing/2014/main" id="{48E3D181-DF8A-BF27-4A4D-BB06DC7906BC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20251190-DF19-3C52-7B1D-4721815F63E5}"/>
                  </a:ext>
                </a:extLst>
              </p:cNvPr>
              <p:cNvSpPr/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20251190-DF19-3C52-7B1D-4721815F63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blipFill>
                <a:blip r:embed="rId7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D0780E5A-E384-AFA4-8B56-48E2619533E9}"/>
                  </a:ext>
                </a:extLst>
              </p:cNvPr>
              <p:cNvSpPr/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D0780E5A-E384-AFA4-8B56-48E261953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blipFill>
                <a:blip r:embed="rId8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BAC05955-40D2-BAA8-967C-FC2F1C61F2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BAC05955-40D2-BAA8-967C-FC2F1C61F2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0170BBDB-9848-4D33-3127-BA65E27A4FF5}"/>
              </a:ext>
            </a:extLst>
          </p:cNvPr>
          <p:cNvGrpSpPr/>
          <p:nvPr/>
        </p:nvGrpSpPr>
        <p:grpSpPr>
          <a:xfrm>
            <a:off x="7595632" y="5108993"/>
            <a:ext cx="108000" cy="929523"/>
            <a:chOff x="2118732" y="2261831"/>
            <a:chExt cx="180000" cy="929523"/>
          </a:xfrm>
        </p:grpSpPr>
        <p:cxnSp>
          <p:nvCxnSpPr>
            <p:cNvPr id="177" name="Conexão Reta 176">
              <a:extLst>
                <a:ext uri="{FF2B5EF4-FFF2-40B4-BE49-F238E27FC236}">
                  <a16:creationId xmlns:a16="http://schemas.microsoft.com/office/drawing/2014/main" id="{5F1FF4DF-5C51-8472-234C-8A95B2BB2062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xão Reta 177">
              <a:extLst>
                <a:ext uri="{FF2B5EF4-FFF2-40B4-BE49-F238E27FC236}">
                  <a16:creationId xmlns:a16="http://schemas.microsoft.com/office/drawing/2014/main" id="{5AEA01BD-B29A-5BA8-3A2C-32FD7CA3DC12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xão Reta 178">
              <a:extLst>
                <a:ext uri="{FF2B5EF4-FFF2-40B4-BE49-F238E27FC236}">
                  <a16:creationId xmlns:a16="http://schemas.microsoft.com/office/drawing/2014/main" id="{0AD14112-7A67-994D-19C4-8157EC003CDC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9AEAEC7A-29ED-7A12-6652-15689696F496}"/>
              </a:ext>
            </a:extLst>
          </p:cNvPr>
          <p:cNvGrpSpPr/>
          <p:nvPr/>
        </p:nvGrpSpPr>
        <p:grpSpPr>
          <a:xfrm>
            <a:off x="9095223" y="4905633"/>
            <a:ext cx="652423" cy="1379285"/>
            <a:chOff x="1635635" y="4067390"/>
            <a:chExt cx="652423" cy="1379285"/>
          </a:xfrm>
        </p:grpSpPr>
        <p:grpSp>
          <p:nvGrpSpPr>
            <p:cNvPr id="181" name="Agrupar 180">
              <a:extLst>
                <a:ext uri="{FF2B5EF4-FFF2-40B4-BE49-F238E27FC236}">
                  <a16:creationId xmlns:a16="http://schemas.microsoft.com/office/drawing/2014/main" id="{CB4D5CAF-FBCC-C779-93F6-3B7EC51DF20F}"/>
                </a:ext>
              </a:extLst>
            </p:cNvPr>
            <p:cNvGrpSpPr/>
            <p:nvPr/>
          </p:nvGrpSpPr>
          <p:grpSpPr>
            <a:xfrm>
              <a:off x="1635635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9" name="Conexão Reta 188">
                <a:extLst>
                  <a:ext uri="{FF2B5EF4-FFF2-40B4-BE49-F238E27FC236}">
                    <a16:creationId xmlns:a16="http://schemas.microsoft.com/office/drawing/2014/main" id="{8E875363-044E-BFE4-3113-9FE6D9C528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exão Reta 189">
                <a:extLst>
                  <a:ext uri="{FF2B5EF4-FFF2-40B4-BE49-F238E27FC236}">
                    <a16:creationId xmlns:a16="http://schemas.microsoft.com/office/drawing/2014/main" id="{63A0BEDC-3D18-55FD-D546-3F6B4229FE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exão Reta 190">
                <a:extLst>
                  <a:ext uri="{FF2B5EF4-FFF2-40B4-BE49-F238E27FC236}">
                    <a16:creationId xmlns:a16="http://schemas.microsoft.com/office/drawing/2014/main" id="{630974EA-2A40-98A4-8380-95AF2CDD85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!!Gate1">
                  <a:extLst>
                    <a:ext uri="{FF2B5EF4-FFF2-40B4-BE49-F238E27FC236}">
                      <a16:creationId xmlns:a16="http://schemas.microsoft.com/office/drawing/2014/main" id="{75B5AE34-33F7-8F95-D79C-5F14432827ED}"/>
                    </a:ext>
                  </a:extLst>
                </p:cNvPr>
                <p:cNvSpPr/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2" name="!!Gate1">
                  <a:extLst>
                    <a:ext uri="{FF2B5EF4-FFF2-40B4-BE49-F238E27FC236}">
                      <a16:creationId xmlns:a16="http://schemas.microsoft.com/office/drawing/2014/main" id="{75B5AE34-33F7-8F95-D79C-5F14432827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blipFill>
                  <a:blip r:embed="rId10"/>
                  <a:stretch>
                    <a:fillRect l="-5263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!!Gate2">
                  <a:extLst>
                    <a:ext uri="{FF2B5EF4-FFF2-40B4-BE49-F238E27FC236}">
                      <a16:creationId xmlns:a16="http://schemas.microsoft.com/office/drawing/2014/main" id="{EB99EB93-26AB-2255-68C2-53EC6D0CA284}"/>
                    </a:ext>
                  </a:extLst>
                </p:cNvPr>
                <p:cNvSpPr/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3" name="!!Gate2">
                  <a:extLst>
                    <a:ext uri="{FF2B5EF4-FFF2-40B4-BE49-F238E27FC236}">
                      <a16:creationId xmlns:a16="http://schemas.microsoft.com/office/drawing/2014/main" id="{EB99EB93-26AB-2255-68C2-53EC6D0CA2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!!Gate3">
                  <a:extLst>
                    <a:ext uri="{FF2B5EF4-FFF2-40B4-BE49-F238E27FC236}">
                      <a16:creationId xmlns:a16="http://schemas.microsoft.com/office/drawing/2014/main" id="{F2934638-55E3-FAEA-0B7D-D1494BA27D8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4" name="!!Gate3">
                  <a:extLst>
                    <a:ext uri="{FF2B5EF4-FFF2-40B4-BE49-F238E27FC236}">
                      <a16:creationId xmlns:a16="http://schemas.microsoft.com/office/drawing/2014/main" id="{F2934638-55E3-FAEA-0B7D-D1494BA27D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blipFill>
                  <a:blip r:embed="rId12"/>
                  <a:stretch>
                    <a:fillRect l="-15789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5" name="Agrupar 184">
              <a:extLst>
                <a:ext uri="{FF2B5EF4-FFF2-40B4-BE49-F238E27FC236}">
                  <a16:creationId xmlns:a16="http://schemas.microsoft.com/office/drawing/2014/main" id="{E1A7E68B-F7E7-8E94-D73D-8170B23F648E}"/>
                </a:ext>
              </a:extLst>
            </p:cNvPr>
            <p:cNvGrpSpPr/>
            <p:nvPr/>
          </p:nvGrpSpPr>
          <p:grpSpPr>
            <a:xfrm>
              <a:off x="2180058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6" name="Conexão Reta 185">
                <a:extLst>
                  <a:ext uri="{FF2B5EF4-FFF2-40B4-BE49-F238E27FC236}">
                    <a16:creationId xmlns:a16="http://schemas.microsoft.com/office/drawing/2014/main" id="{77E2CECE-9C51-AFC8-230C-D78039072D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xão Reta 186">
                <a:extLst>
                  <a:ext uri="{FF2B5EF4-FFF2-40B4-BE49-F238E27FC236}">
                    <a16:creationId xmlns:a16="http://schemas.microsoft.com/office/drawing/2014/main" id="{B7314A48-5475-7996-A7CD-9FA61867A0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exão Reta 187">
                <a:extLst>
                  <a:ext uri="{FF2B5EF4-FFF2-40B4-BE49-F238E27FC236}">
                    <a16:creationId xmlns:a16="http://schemas.microsoft.com/office/drawing/2014/main" id="{E9B4F7D8-D7C0-584D-B8E6-87F46E6885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CaixaDeTexto 191">
            <a:extLst>
              <a:ext uri="{FF2B5EF4-FFF2-40B4-BE49-F238E27FC236}">
                <a16:creationId xmlns:a16="http://schemas.microsoft.com/office/drawing/2014/main" id="{667FCDA6-BEBF-AFFA-0D55-5241478FA9D0}"/>
              </a:ext>
            </a:extLst>
          </p:cNvPr>
          <p:cNvSpPr txBox="1"/>
          <p:nvPr/>
        </p:nvSpPr>
        <p:spPr>
          <a:xfrm>
            <a:off x="7820093" y="4961490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3" name="CaixaDeTexto 192">
            <a:extLst>
              <a:ext uri="{FF2B5EF4-FFF2-40B4-BE49-F238E27FC236}">
                <a16:creationId xmlns:a16="http://schemas.microsoft.com/office/drawing/2014/main" id="{38D667F4-051E-8445-A967-6ED269A9DB71}"/>
              </a:ext>
            </a:extLst>
          </p:cNvPr>
          <p:cNvSpPr txBox="1"/>
          <p:nvPr/>
        </p:nvSpPr>
        <p:spPr>
          <a:xfrm>
            <a:off x="7820093" y="5423058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4" name="CaixaDeTexto 193">
            <a:extLst>
              <a:ext uri="{FF2B5EF4-FFF2-40B4-BE49-F238E27FC236}">
                <a16:creationId xmlns:a16="http://schemas.microsoft.com/office/drawing/2014/main" id="{E85912BA-98BF-03CB-1F63-37A8FBC5B060}"/>
              </a:ext>
            </a:extLst>
          </p:cNvPr>
          <p:cNvSpPr txBox="1"/>
          <p:nvPr/>
        </p:nvSpPr>
        <p:spPr>
          <a:xfrm>
            <a:off x="7820093" y="5884627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sp>
        <p:nvSpPr>
          <p:cNvPr id="195" name="CaixaDeTexto 194">
            <a:extLst>
              <a:ext uri="{FF2B5EF4-FFF2-40B4-BE49-F238E27FC236}">
                <a16:creationId xmlns:a16="http://schemas.microsoft.com/office/drawing/2014/main" id="{B0CCCD7D-A0E5-24F9-3B46-F4EDA51FD022}"/>
              </a:ext>
            </a:extLst>
          </p:cNvPr>
          <p:cNvSpPr txBox="1"/>
          <p:nvPr/>
        </p:nvSpPr>
        <p:spPr>
          <a:xfrm>
            <a:off x="8695999" y="4961490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6" name="CaixaDeTexto 195">
            <a:extLst>
              <a:ext uri="{FF2B5EF4-FFF2-40B4-BE49-F238E27FC236}">
                <a16:creationId xmlns:a16="http://schemas.microsoft.com/office/drawing/2014/main" id="{7AD7E997-4E3F-9E07-4AD0-B329EBB38F9E}"/>
              </a:ext>
            </a:extLst>
          </p:cNvPr>
          <p:cNvSpPr txBox="1"/>
          <p:nvPr/>
        </p:nvSpPr>
        <p:spPr>
          <a:xfrm>
            <a:off x="8695999" y="5423058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0</a:t>
            </a: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BA8D80C3-12DF-A681-9512-53A56505CFDA}"/>
              </a:ext>
            </a:extLst>
          </p:cNvPr>
          <p:cNvSpPr txBox="1"/>
          <p:nvPr/>
        </p:nvSpPr>
        <p:spPr>
          <a:xfrm>
            <a:off x="8695999" y="5884627"/>
            <a:ext cx="233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1</a:t>
            </a:r>
          </a:p>
        </p:txBody>
      </p: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1D262C1D-8410-6ED5-2BC6-C8AEC7F41634}"/>
              </a:ext>
            </a:extLst>
          </p:cNvPr>
          <p:cNvGrpSpPr/>
          <p:nvPr/>
        </p:nvGrpSpPr>
        <p:grpSpPr>
          <a:xfrm>
            <a:off x="6778430" y="4962761"/>
            <a:ext cx="233728" cy="1230914"/>
            <a:chOff x="6778430" y="4962761"/>
            <a:chExt cx="233728" cy="1230914"/>
          </a:xfrm>
        </p:grpSpPr>
        <p:sp>
          <p:nvSpPr>
            <p:cNvPr id="198" name="CaixaDeTexto 197">
              <a:extLst>
                <a:ext uri="{FF2B5EF4-FFF2-40B4-BE49-F238E27FC236}">
                  <a16:creationId xmlns:a16="http://schemas.microsoft.com/office/drawing/2014/main" id="{E40C89DE-261E-A7E9-B6F4-33513EFED647}"/>
                </a:ext>
              </a:extLst>
            </p:cNvPr>
            <p:cNvSpPr txBox="1"/>
            <p:nvPr/>
          </p:nvSpPr>
          <p:spPr>
            <a:xfrm>
              <a:off x="6778430" y="49627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199" name="CaixaDeTexto 198">
              <a:extLst>
                <a:ext uri="{FF2B5EF4-FFF2-40B4-BE49-F238E27FC236}">
                  <a16:creationId xmlns:a16="http://schemas.microsoft.com/office/drawing/2014/main" id="{6642CD69-58BB-071B-D358-F962944EEC53}"/>
                </a:ext>
              </a:extLst>
            </p:cNvPr>
            <p:cNvSpPr txBox="1"/>
            <p:nvPr/>
          </p:nvSpPr>
          <p:spPr>
            <a:xfrm>
              <a:off x="6778430" y="54243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F7CBA886-CEF6-E2F5-6461-FB60DFCB90DA}"/>
                </a:ext>
              </a:extLst>
            </p:cNvPr>
            <p:cNvSpPr txBox="1"/>
            <p:nvPr/>
          </p:nvSpPr>
          <p:spPr>
            <a:xfrm>
              <a:off x="6778430" y="58858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BF8CDF1A-8782-593F-3B42-50B85EC4B090}"/>
                  </a:ext>
                </a:extLst>
              </p:cNvPr>
              <p:cNvSpPr txBox="1"/>
              <p:nvPr/>
            </p:nvSpPr>
            <p:spPr>
              <a:xfrm>
                <a:off x="737858" y="3628787"/>
                <a:ext cx="4013946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nary>
                        <m:naryPr>
                          <m:chr m:val="∏"/>
                          <m:supHide m:val="on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𝑔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0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𝑝𝑑𝑓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𝑔</m:t>
                                  </m:r>
                                </m:sub>
                              </m:sSub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0</m:t>
                                          </m:r>
                                        </m:e>
                                        <m:sub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𝑞𝑏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(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𝑔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BF8CDF1A-8782-593F-3B42-50B85EC4B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58" y="3628787"/>
                <a:ext cx="4013946" cy="921471"/>
              </a:xfrm>
              <a:prstGeom prst="rect">
                <a:avLst/>
              </a:prstGeom>
              <a:blipFill>
                <a:blip r:embed="rId13"/>
                <a:stretch>
                  <a:fillRect l="-3165" t="-114865" r="-13924" b="-15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CaixaDeTexto 205">
                <a:extLst>
                  <a:ext uri="{FF2B5EF4-FFF2-40B4-BE49-F238E27FC236}">
                    <a16:creationId xmlns:a16="http://schemas.microsoft.com/office/drawing/2014/main" id="{615CB1EF-E983-F6D3-8DBE-B769E9A57198}"/>
                  </a:ext>
                </a:extLst>
              </p:cNvPr>
              <p:cNvSpPr txBox="1"/>
              <p:nvPr/>
            </p:nvSpPr>
            <p:spPr>
              <a:xfrm>
                <a:off x="737858" y="4375215"/>
                <a:ext cx="4013946" cy="9214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nary>
                        <m:naryPr>
                          <m:chr m:val="∏"/>
                          <m:supHide m:val="on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𝑔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𝑝𝑑𝑓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𝑔</m:t>
                                  </m:r>
                                </m:sub>
                              </m:sSub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1,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𝑞𝑏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(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𝑔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6" name="CaixaDeTexto 205">
                <a:extLst>
                  <a:ext uri="{FF2B5EF4-FFF2-40B4-BE49-F238E27FC236}">
                    <a16:creationId xmlns:a16="http://schemas.microsoft.com/office/drawing/2014/main" id="{615CB1EF-E983-F6D3-8DBE-B769E9A57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58" y="4375215"/>
                <a:ext cx="4013946" cy="921471"/>
              </a:xfrm>
              <a:prstGeom prst="rect">
                <a:avLst/>
              </a:prstGeom>
              <a:blipFill>
                <a:blip r:embed="rId14"/>
                <a:stretch>
                  <a:fillRect l="-4430" t="-116216" r="-15190" b="-15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D9707366-3F80-A65B-E8B8-0986F4909D37}"/>
              </a:ext>
            </a:extLst>
          </p:cNvPr>
          <p:cNvGrpSpPr/>
          <p:nvPr/>
        </p:nvGrpSpPr>
        <p:grpSpPr>
          <a:xfrm>
            <a:off x="9735558" y="4967922"/>
            <a:ext cx="233728" cy="1230914"/>
            <a:chOff x="6930830" y="5115161"/>
            <a:chExt cx="233728" cy="1230914"/>
          </a:xfrm>
        </p:grpSpPr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B1A81C5A-D0C6-2441-1B5A-6D0B7AC6C37A}"/>
                </a:ext>
              </a:extLst>
            </p:cNvPr>
            <p:cNvSpPr txBox="1"/>
            <p:nvPr/>
          </p:nvSpPr>
          <p:spPr>
            <a:xfrm>
              <a:off x="6930830" y="51151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8" name="CaixaDeTexto 207">
              <a:extLst>
                <a:ext uri="{FF2B5EF4-FFF2-40B4-BE49-F238E27FC236}">
                  <a16:creationId xmlns:a16="http://schemas.microsoft.com/office/drawing/2014/main" id="{E987A109-8762-CC14-4F42-F629941EC40E}"/>
                </a:ext>
              </a:extLst>
            </p:cNvPr>
            <p:cNvSpPr txBox="1"/>
            <p:nvPr/>
          </p:nvSpPr>
          <p:spPr>
            <a:xfrm>
              <a:off x="6930830" y="55767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9" name="CaixaDeTexto 208">
              <a:extLst>
                <a:ext uri="{FF2B5EF4-FFF2-40B4-BE49-F238E27FC236}">
                  <a16:creationId xmlns:a16="http://schemas.microsoft.com/office/drawing/2014/main" id="{43A7241E-51C9-ACC1-4BCD-323C78D17043}"/>
                </a:ext>
              </a:extLst>
            </p:cNvPr>
            <p:cNvSpPr txBox="1"/>
            <p:nvPr/>
          </p:nvSpPr>
          <p:spPr>
            <a:xfrm>
              <a:off x="6930830" y="60382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CaixaDeTexto 217">
                <a:extLst>
                  <a:ext uri="{FF2B5EF4-FFF2-40B4-BE49-F238E27FC236}">
                    <a16:creationId xmlns:a16="http://schemas.microsoft.com/office/drawing/2014/main" id="{1952EC3A-15F1-CD6D-94E2-83CAAC7735AA}"/>
                  </a:ext>
                </a:extLst>
              </p:cNvPr>
              <p:cNvSpPr txBox="1"/>
              <p:nvPr/>
            </p:nvSpPr>
            <p:spPr>
              <a:xfrm>
                <a:off x="737857" y="5357972"/>
                <a:ext cx="2172571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=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18" name="CaixaDeTexto 217">
                <a:extLst>
                  <a:ext uri="{FF2B5EF4-FFF2-40B4-BE49-F238E27FC236}">
                    <a16:creationId xmlns:a16="http://schemas.microsoft.com/office/drawing/2014/main" id="{1952EC3A-15F1-CD6D-94E2-83CAAC773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57" y="5357972"/>
                <a:ext cx="2172571" cy="439736"/>
              </a:xfrm>
              <a:prstGeom prst="rect">
                <a:avLst/>
              </a:prstGeom>
              <a:blipFill>
                <a:blip r:embed="rId15"/>
                <a:stretch>
                  <a:fillRect l="-9942" t="-147222" b="-2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B318F371-D8DC-F865-D529-E14EC473C2EE}"/>
              </a:ext>
            </a:extLst>
          </p:cNvPr>
          <p:cNvSpPr txBox="1"/>
          <p:nvPr/>
        </p:nvSpPr>
        <p:spPr>
          <a:xfrm>
            <a:off x="6003665" y="5269074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sp>
        <p:nvSpPr>
          <p:cNvPr id="223" name="Sol 222">
            <a:extLst>
              <a:ext uri="{FF2B5EF4-FFF2-40B4-BE49-F238E27FC236}">
                <a16:creationId xmlns:a16="http://schemas.microsoft.com/office/drawing/2014/main" id="{1AC93E8F-331D-60D6-B26C-53EE9F5FAFB6}"/>
              </a:ext>
            </a:extLst>
          </p:cNvPr>
          <p:cNvSpPr/>
          <p:nvPr/>
        </p:nvSpPr>
        <p:spPr>
          <a:xfrm>
            <a:off x="10215340" y="5296686"/>
            <a:ext cx="659757" cy="594373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2A292FB-EBC5-4087-54DB-AA77384DDCB8}"/>
              </a:ext>
            </a:extLst>
          </p:cNvPr>
          <p:cNvSpPr txBox="1"/>
          <p:nvPr/>
        </p:nvSpPr>
        <p:spPr>
          <a:xfrm>
            <a:off x="9106733" y="2208238"/>
            <a:ext cx="53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FF0000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612C8A9-422B-7D9D-3A49-8FE63616B091}"/>
                  </a:ext>
                </a:extLst>
              </p:cNvPr>
              <p:cNvSpPr txBox="1"/>
              <p:nvPr/>
            </p:nvSpPr>
            <p:spPr>
              <a:xfrm>
                <a:off x="8981924" y="2717162"/>
                <a:ext cx="2970979" cy="417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  <m:d>
                            <m:dPr>
                              <m:begChr m:val=""/>
                              <m:endChr m:val="⟩"/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=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=0.024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612C8A9-422B-7D9D-3A49-8FE63616B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924" y="2717162"/>
                <a:ext cx="2970979" cy="417678"/>
              </a:xfrm>
              <a:prstGeom prst="rect">
                <a:avLst/>
              </a:prstGeom>
              <a:blipFill>
                <a:blip r:embed="rId16"/>
                <a:stretch>
                  <a:fillRect t="-96970" b="-1484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745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/>
      <p:bldP spid="193" grpId="0"/>
      <p:bldP spid="194" grpId="0"/>
      <p:bldP spid="195" grpId="0"/>
      <p:bldP spid="196" grpId="0"/>
      <p:bldP spid="197" grpId="0"/>
      <p:bldP spid="3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A22E-AA6A-3517-328F-14B4A68A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Uma imagem com mobília, mesa, mesa de centro, interior&#10;&#10;Os conteúdos gerados por IA podem estar incorretos.">
            <a:extLst>
              <a:ext uri="{FF2B5EF4-FFF2-40B4-BE49-F238E27FC236}">
                <a16:creationId xmlns:a16="http://schemas.microsoft.com/office/drawing/2014/main" id="{D0B03EC9-FD60-BFC3-3BCF-80ED3DC2D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534" y="1395249"/>
            <a:ext cx="8633969" cy="491922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2F57EC-759C-DEB9-FED5-5FCCE46E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Integral Monte Carlo </a:t>
            </a:r>
            <a:r>
              <a:rPr lang="en-GB" sz="3200" dirty="0"/>
              <a:t>- bidirectional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B5162BA-628B-FF52-67CC-5FBBAE63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4010CA7-3929-2942-4AE9-8EBD99F1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14</a:t>
            </a:fld>
            <a:endParaRPr lang="en-GB" sz="1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659E5F9-A330-AE0E-75FE-12B536DC1CCA}"/>
              </a:ext>
            </a:extLst>
          </p:cNvPr>
          <p:cNvSpPr txBox="1"/>
          <p:nvPr/>
        </p:nvSpPr>
        <p:spPr>
          <a:xfrm rot="1358285">
            <a:off x="323373" y="1703570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063EAF7-39EB-C565-F759-7E60C1B83588}"/>
              </a:ext>
            </a:extLst>
          </p:cNvPr>
          <p:cNvSpPr/>
          <p:nvPr/>
        </p:nvSpPr>
        <p:spPr>
          <a:xfrm>
            <a:off x="4996115" y="4319503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18FEACB-1A31-9034-0DF8-B59B1BA56152}"/>
              </a:ext>
            </a:extLst>
          </p:cNvPr>
          <p:cNvSpPr/>
          <p:nvPr/>
        </p:nvSpPr>
        <p:spPr>
          <a:xfrm rot="16200000">
            <a:off x="4635134" y="2866211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4" name="Conexão Reta Unidirecional 33">
            <a:extLst>
              <a:ext uri="{FF2B5EF4-FFF2-40B4-BE49-F238E27FC236}">
                <a16:creationId xmlns:a16="http://schemas.microsoft.com/office/drawing/2014/main" id="{D03B92F0-0E98-0444-9936-00C0F3F1D5E9}"/>
              </a:ext>
            </a:extLst>
          </p:cNvPr>
          <p:cNvCxnSpPr>
            <a:cxnSpLocks/>
            <a:stCxn id="32" idx="2"/>
            <a:endCxn id="33" idx="4"/>
          </p:cNvCxnSpPr>
          <p:nvPr/>
        </p:nvCxnSpPr>
        <p:spPr>
          <a:xfrm flipH="1" flipV="1">
            <a:off x="4746357" y="2906553"/>
            <a:ext cx="249758" cy="145329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C5BAF6C-7957-9105-7179-FD013A8ECC2A}"/>
                  </a:ext>
                </a:extLst>
              </p:cNvPr>
              <p:cNvSpPr txBox="1"/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CC5BAF6C-7957-9105-7179-FD013A8EC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45" y="2274774"/>
                <a:ext cx="49736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B5F161D-8570-C77D-8765-68E0CBCAF45F}"/>
                  </a:ext>
                </a:extLst>
              </p:cNvPr>
              <p:cNvSpPr txBox="1"/>
              <p:nvPr/>
            </p:nvSpPr>
            <p:spPr>
              <a:xfrm>
                <a:off x="4248992" y="2635616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9B5F161D-8570-C77D-8765-68E0CBCAF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992" y="2635616"/>
                <a:ext cx="49736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3EF1B265-C3EA-EC17-CC78-3522A5FDBF59}"/>
                  </a:ext>
                </a:extLst>
              </p:cNvPr>
              <p:cNvSpPr txBox="1"/>
              <p:nvPr/>
            </p:nvSpPr>
            <p:spPr>
              <a:xfrm>
                <a:off x="7272761" y="2437952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𝑦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3EF1B265-C3EA-EC17-CC78-3522A5FDB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761" y="2437952"/>
                <a:ext cx="497365" cy="400110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9C8CDBC9-3834-9CB6-8160-F1C397B95F3B}"/>
                  </a:ext>
                </a:extLst>
              </p:cNvPr>
              <p:cNvSpPr txBox="1"/>
              <p:nvPr/>
            </p:nvSpPr>
            <p:spPr>
              <a:xfrm>
                <a:off x="4416990" y="4230672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𝑥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9C8CDBC9-3834-9CB6-8160-F1C397B95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990" y="4230672"/>
                <a:ext cx="49736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39945B38-4DB8-3478-4D59-62321D3E3586}"/>
              </a:ext>
            </a:extLst>
          </p:cNvPr>
          <p:cNvCxnSpPr>
            <a:cxnSpLocks/>
            <a:stCxn id="8" idx="3"/>
            <a:endCxn id="32" idx="2"/>
          </p:cNvCxnSpPr>
          <p:nvPr/>
        </p:nvCxnSpPr>
        <p:spPr>
          <a:xfrm>
            <a:off x="966700" y="2217063"/>
            <a:ext cx="4029415" cy="214278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xão Reta Unidirecional 6">
            <a:extLst>
              <a:ext uri="{FF2B5EF4-FFF2-40B4-BE49-F238E27FC236}">
                <a16:creationId xmlns:a16="http://schemas.microsoft.com/office/drawing/2014/main" id="{6FAD4F62-CEB3-B5EA-6BF2-ED436C623A0C}"/>
              </a:ext>
            </a:extLst>
          </p:cNvPr>
          <p:cNvCxnSpPr>
            <a:cxnSpLocks/>
            <a:endCxn id="10" idx="5"/>
          </p:cNvCxnSpPr>
          <p:nvPr/>
        </p:nvCxnSpPr>
        <p:spPr>
          <a:xfrm flipH="1" flipV="1">
            <a:off x="6982565" y="1693395"/>
            <a:ext cx="288045" cy="78143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A6A1DE6-ACEB-966A-A435-8876B608AADA}"/>
              </a:ext>
            </a:extLst>
          </p:cNvPr>
          <p:cNvSpPr/>
          <p:nvPr/>
        </p:nvSpPr>
        <p:spPr>
          <a:xfrm>
            <a:off x="6861564" y="1624528"/>
            <a:ext cx="141762" cy="8068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8DF8DC-DDD6-31AE-D884-187B04038E85}"/>
              </a:ext>
            </a:extLst>
          </p:cNvPr>
          <p:cNvSpPr/>
          <p:nvPr/>
        </p:nvSpPr>
        <p:spPr>
          <a:xfrm>
            <a:off x="6201809" y="2816726"/>
            <a:ext cx="144000" cy="144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D43371A5-7381-0646-4C3A-43686BF3C9E5}"/>
              </a:ext>
            </a:extLst>
          </p:cNvPr>
          <p:cNvCxnSpPr>
            <a:cxnSpLocks/>
            <a:stCxn id="10" idx="3"/>
            <a:endCxn id="23" idx="0"/>
          </p:cNvCxnSpPr>
          <p:nvPr/>
        </p:nvCxnSpPr>
        <p:spPr>
          <a:xfrm flipH="1">
            <a:off x="6273809" y="1693395"/>
            <a:ext cx="608516" cy="112333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F6264BF4-9225-F40B-C43F-5C4930CB73A4}"/>
                  </a:ext>
                </a:extLst>
              </p:cNvPr>
              <p:cNvSpPr txBox="1"/>
              <p:nvPr/>
            </p:nvSpPr>
            <p:spPr>
              <a:xfrm>
                <a:off x="6861564" y="1272698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𝑦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F6264BF4-9225-F40B-C43F-5C4930CB7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1564" y="1272698"/>
                <a:ext cx="497365" cy="400110"/>
              </a:xfrm>
              <a:prstGeom prst="rect">
                <a:avLst/>
              </a:prstGeom>
              <a:blipFill>
                <a:blip r:embed="rId8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AF65C3B6-DB5E-493F-DF3A-23AE71DE3A63}"/>
                  </a:ext>
                </a:extLst>
              </p:cNvPr>
              <p:cNvSpPr txBox="1"/>
              <p:nvPr/>
            </p:nvSpPr>
            <p:spPr>
              <a:xfrm>
                <a:off x="6273809" y="2835671"/>
                <a:ext cx="49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𝑦</m:t>
                          </m:r>
                        </m:e>
                        <m:sub>
                          <m:r>
                            <a:rPr lang="pt-PT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AF65C3B6-DB5E-493F-DF3A-23AE71DE3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9" y="2835671"/>
                <a:ext cx="497365" cy="400110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exão Reta Unidirecional 39">
            <a:extLst>
              <a:ext uri="{FF2B5EF4-FFF2-40B4-BE49-F238E27FC236}">
                <a16:creationId xmlns:a16="http://schemas.microsoft.com/office/drawing/2014/main" id="{B8A69BEA-CA5F-97F9-D824-E61C4786E3CC}"/>
              </a:ext>
            </a:extLst>
          </p:cNvPr>
          <p:cNvCxnSpPr>
            <a:stCxn id="33" idx="4"/>
            <a:endCxn id="23" idx="2"/>
          </p:cNvCxnSpPr>
          <p:nvPr/>
        </p:nvCxnSpPr>
        <p:spPr>
          <a:xfrm flipV="1">
            <a:off x="4746357" y="2888726"/>
            <a:ext cx="1455452" cy="1782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xão Reta Unidirecional 2">
            <a:extLst>
              <a:ext uri="{FF2B5EF4-FFF2-40B4-BE49-F238E27FC236}">
                <a16:creationId xmlns:a16="http://schemas.microsoft.com/office/drawing/2014/main" id="{C5A2D306-6EAC-E1E9-321B-6E49A20D4C57}"/>
              </a:ext>
            </a:extLst>
          </p:cNvPr>
          <p:cNvCxnSpPr>
            <a:cxnSpLocks/>
            <a:stCxn id="33" idx="4"/>
            <a:endCxn id="10" idx="3"/>
          </p:cNvCxnSpPr>
          <p:nvPr/>
        </p:nvCxnSpPr>
        <p:spPr>
          <a:xfrm flipV="1">
            <a:off x="4746357" y="1693395"/>
            <a:ext cx="2135968" cy="121315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xão Reta Unidirecional 10">
            <a:extLst>
              <a:ext uri="{FF2B5EF4-FFF2-40B4-BE49-F238E27FC236}">
                <a16:creationId xmlns:a16="http://schemas.microsoft.com/office/drawing/2014/main" id="{2EB95C0C-5018-F12C-BF20-87E3D972B1F1}"/>
              </a:ext>
            </a:extLst>
          </p:cNvPr>
          <p:cNvCxnSpPr>
            <a:cxnSpLocks/>
            <a:stCxn id="33" idx="4"/>
          </p:cNvCxnSpPr>
          <p:nvPr/>
        </p:nvCxnSpPr>
        <p:spPr>
          <a:xfrm flipV="1">
            <a:off x="4746357" y="2674884"/>
            <a:ext cx="2449530" cy="23166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A2FE40F8-FBFB-50A5-771C-CDD92C726A22}"/>
              </a:ext>
            </a:extLst>
          </p:cNvPr>
          <p:cNvCxnSpPr>
            <a:cxnSpLocks/>
            <a:endCxn id="23" idx="3"/>
          </p:cNvCxnSpPr>
          <p:nvPr/>
        </p:nvCxnSpPr>
        <p:spPr>
          <a:xfrm>
            <a:off x="964549" y="2232900"/>
            <a:ext cx="5258348" cy="70673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17C5B8BD-B5DB-659E-FA64-3657227FBB6C}"/>
              </a:ext>
            </a:extLst>
          </p:cNvPr>
          <p:cNvCxnSpPr>
            <a:cxnSpLocks/>
            <a:endCxn id="10" idx="3"/>
          </p:cNvCxnSpPr>
          <p:nvPr/>
        </p:nvCxnSpPr>
        <p:spPr>
          <a:xfrm flipV="1">
            <a:off x="964549" y="1693395"/>
            <a:ext cx="5917776" cy="53950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FC73C20C-185F-82C6-58E4-7E5D7F85B883}"/>
              </a:ext>
            </a:extLst>
          </p:cNvPr>
          <p:cNvCxnSpPr>
            <a:cxnSpLocks/>
          </p:cNvCxnSpPr>
          <p:nvPr/>
        </p:nvCxnSpPr>
        <p:spPr>
          <a:xfrm>
            <a:off x="964549" y="2232900"/>
            <a:ext cx="6231338" cy="42476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8B8DD1BD-D83E-A222-B855-FC9F134AC65B}"/>
              </a:ext>
            </a:extLst>
          </p:cNvPr>
          <p:cNvCxnSpPr>
            <a:cxnSpLocks/>
          </p:cNvCxnSpPr>
          <p:nvPr/>
        </p:nvCxnSpPr>
        <p:spPr>
          <a:xfrm flipV="1">
            <a:off x="5121044" y="2746537"/>
            <a:ext cx="2074843" cy="159996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DDE4A791-AEB1-C15C-3388-FE7F5BCF7D47}"/>
              </a:ext>
            </a:extLst>
          </p:cNvPr>
          <p:cNvCxnSpPr>
            <a:cxnSpLocks/>
            <a:endCxn id="10" idx="4"/>
          </p:cNvCxnSpPr>
          <p:nvPr/>
        </p:nvCxnSpPr>
        <p:spPr>
          <a:xfrm flipV="1">
            <a:off x="5121044" y="1705211"/>
            <a:ext cx="1811401" cy="2641295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389A86FF-418A-6912-6EEB-20FDCED310C5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5121044" y="2939638"/>
            <a:ext cx="1101853" cy="140686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544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10" grpId="0" animBg="1"/>
      <p:bldP spid="23" grpId="0" animBg="1"/>
      <p:bldP spid="28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DDC7-E94F-43D6-0629-69691593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Conexão Reta Unidirecional 218">
            <a:extLst>
              <a:ext uri="{FF2B5EF4-FFF2-40B4-BE49-F238E27FC236}">
                <a16:creationId xmlns:a16="http://schemas.microsoft.com/office/drawing/2014/main" id="{7FCA0862-795E-A32E-D765-9F91009BDEC4}"/>
              </a:ext>
            </a:extLst>
          </p:cNvPr>
          <p:cNvCxnSpPr>
            <a:cxnSpLocks/>
            <a:stCxn id="128" idx="0"/>
            <a:endCxn id="105" idx="3"/>
          </p:cNvCxnSpPr>
          <p:nvPr/>
        </p:nvCxnSpPr>
        <p:spPr>
          <a:xfrm flipV="1">
            <a:off x="8857328" y="2346394"/>
            <a:ext cx="959610" cy="29208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exão Reta Unidirecional 211">
            <a:extLst>
              <a:ext uri="{FF2B5EF4-FFF2-40B4-BE49-F238E27FC236}">
                <a16:creationId xmlns:a16="http://schemas.microsoft.com/office/drawing/2014/main" id="{25980B81-A3EE-47A4-FBCC-E725268CB318}"/>
              </a:ext>
            </a:extLst>
          </p:cNvPr>
          <p:cNvCxnSpPr>
            <a:cxnSpLocks/>
            <a:stCxn id="159" idx="5"/>
            <a:endCxn id="154" idx="0"/>
          </p:cNvCxnSpPr>
          <p:nvPr/>
        </p:nvCxnSpPr>
        <p:spPr>
          <a:xfrm>
            <a:off x="6902052" y="2346394"/>
            <a:ext cx="958191" cy="292084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exão Reta Unidirecional 212">
            <a:extLst>
              <a:ext uri="{FF2B5EF4-FFF2-40B4-BE49-F238E27FC236}">
                <a16:creationId xmlns:a16="http://schemas.microsoft.com/office/drawing/2014/main" id="{77D8FF4C-65A8-A6A4-F685-A637E928C744}"/>
              </a:ext>
            </a:extLst>
          </p:cNvPr>
          <p:cNvCxnSpPr>
            <a:cxnSpLocks/>
          </p:cNvCxnSpPr>
          <p:nvPr/>
        </p:nvCxnSpPr>
        <p:spPr>
          <a:xfrm flipV="1">
            <a:off x="7860243" y="2637219"/>
            <a:ext cx="1013581" cy="0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2F7DBEDD-9DFD-D065-0759-F41809E36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Integral Monte Carlo </a:t>
            </a:r>
            <a:r>
              <a:rPr lang="en-GB" sz="3200" dirty="0"/>
              <a:t>- bidirectional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3E6E87F-9F9D-7FE5-8BBF-6A65DD38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F7B0A2A6-51C6-C569-1D37-F3441E8C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15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20C4B5B-8B34-4F32-C1F7-FDBB0BB446A7}"/>
                  </a:ext>
                </a:extLst>
              </p:cNvPr>
              <p:cNvSpPr txBox="1"/>
              <p:nvPr/>
            </p:nvSpPr>
            <p:spPr>
              <a:xfrm>
                <a:off x="783479" y="1368909"/>
                <a:ext cx="5207095" cy="1131143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𝐼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𝑙</m:t>
                              </m:r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𝐿</m:t>
                              </m:r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−1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fPr>
                                <m:num>
                                  <m: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𝑖</m:t>
                                          </m:r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,</m:t>
                                          </m:r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𝑖</m:t>
                                          </m:r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,</m:t>
                                          </m:r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20C4B5B-8B34-4F32-C1F7-FDBB0BB44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79" y="1368909"/>
                <a:ext cx="5207095" cy="1131143"/>
              </a:xfrm>
              <a:prstGeom prst="rect">
                <a:avLst/>
              </a:prstGeom>
              <a:blipFill>
                <a:blip r:embed="rId3"/>
                <a:stretch>
                  <a:fillRect t="-103371" b="-1595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!!Integrand">
            <a:extLst>
              <a:ext uri="{FF2B5EF4-FFF2-40B4-BE49-F238E27FC236}">
                <a16:creationId xmlns:a16="http://schemas.microsoft.com/office/drawing/2014/main" id="{82ABDB0F-5148-C898-EB59-5B3C38D92F59}"/>
              </a:ext>
            </a:extLst>
          </p:cNvPr>
          <p:cNvGrpSpPr/>
          <p:nvPr/>
        </p:nvGrpSpPr>
        <p:grpSpPr>
          <a:xfrm>
            <a:off x="6598148" y="1595628"/>
            <a:ext cx="3522693" cy="2991959"/>
            <a:chOff x="8146532" y="205740"/>
            <a:chExt cx="3522693" cy="29919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8E8F864B-D737-DCFD-B232-15CBB2BB443F}"/>
                    </a:ext>
                  </a:extLst>
                </p:cNvPr>
                <p:cNvSpPr txBox="1"/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8E8F864B-D737-DCFD-B232-15CBB2BB44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blipFill>
                  <a:blip r:embed="rId4"/>
                  <a:stretch>
                    <a:fillRect l="-2778" t="-10526" r="-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938FF13F-2862-F7E2-E620-2709A09045EF}"/>
                    </a:ext>
                  </a:extLst>
                </p:cNvPr>
                <p:cNvSpPr txBox="1"/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938FF13F-2862-F7E2-E620-2709A0904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blipFill>
                  <a:blip r:embed="rId5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Agrupar 99">
              <a:extLst>
                <a:ext uri="{FF2B5EF4-FFF2-40B4-BE49-F238E27FC236}">
                  <a16:creationId xmlns:a16="http://schemas.microsoft.com/office/drawing/2014/main" id="{8A2A5726-9A23-BA5B-147F-369D1A5DCE1E}"/>
                </a:ext>
              </a:extLst>
            </p:cNvPr>
            <p:cNvGrpSpPr/>
            <p:nvPr/>
          </p:nvGrpSpPr>
          <p:grpSpPr>
            <a:xfrm>
              <a:off x="8146532" y="610545"/>
              <a:ext cx="531439" cy="361777"/>
              <a:chOff x="5419646" y="4385129"/>
              <a:chExt cx="531439" cy="361777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6C35A97-86D5-0F07-CE92-248503818BFF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CaixaDeTexto 159">
                <a:extLst>
                  <a:ext uri="{FF2B5EF4-FFF2-40B4-BE49-F238E27FC236}">
                    <a16:creationId xmlns:a16="http://schemas.microsoft.com/office/drawing/2014/main" id="{52A8B7DB-9817-19A7-6D04-F3905217FC54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p:grpSp>
          <p:nvGrpSpPr>
            <p:cNvPr id="101" name="Agrupar 100">
              <a:extLst>
                <a:ext uri="{FF2B5EF4-FFF2-40B4-BE49-F238E27FC236}">
                  <a16:creationId xmlns:a16="http://schemas.microsoft.com/office/drawing/2014/main" id="{2A25A4D6-756A-BA29-2F06-9F5C7F486819}"/>
                </a:ext>
              </a:extLst>
            </p:cNvPr>
            <p:cNvGrpSpPr/>
            <p:nvPr/>
          </p:nvGrpSpPr>
          <p:grpSpPr>
            <a:xfrm>
              <a:off x="9142907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33" name="Agrupar 132">
                <a:extLst>
                  <a:ext uri="{FF2B5EF4-FFF2-40B4-BE49-F238E27FC236}">
                    <a16:creationId xmlns:a16="http://schemas.microsoft.com/office/drawing/2014/main" id="{49D4F8CA-F974-580B-249F-37F06EF2B20B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47" name="Agrupar 146">
                  <a:extLst>
                    <a:ext uri="{FF2B5EF4-FFF2-40B4-BE49-F238E27FC236}">
                      <a16:creationId xmlns:a16="http://schemas.microsoft.com/office/drawing/2014/main" id="{21F4BA38-6165-0E2E-D82E-9E2CFCF202FD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7" name="CaixaDeTexto 156">
                    <a:extLst>
                      <a:ext uri="{FF2B5EF4-FFF2-40B4-BE49-F238E27FC236}">
                        <a16:creationId xmlns:a16="http://schemas.microsoft.com/office/drawing/2014/main" id="{60CE7DA0-BD8B-335F-B199-04F0BDEBF1CE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BB269D42-D674-3D69-1C23-48F54A9289B4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48" name="Agrupar 147">
                  <a:extLst>
                    <a:ext uri="{FF2B5EF4-FFF2-40B4-BE49-F238E27FC236}">
                      <a16:creationId xmlns:a16="http://schemas.microsoft.com/office/drawing/2014/main" id="{0F11BAA7-B365-8C3B-AB0D-67D615937654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5B66766A-10DF-6FA6-C04E-39655E4DBFD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6" name="CaixaDeTexto 155">
                    <a:extLst>
                      <a:ext uri="{FF2B5EF4-FFF2-40B4-BE49-F238E27FC236}">
                        <a16:creationId xmlns:a16="http://schemas.microsoft.com/office/drawing/2014/main" id="{5410E71A-E574-8AA0-5EE1-CB0FD4021BC9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49" name="Agrupar 148">
                  <a:extLst>
                    <a:ext uri="{FF2B5EF4-FFF2-40B4-BE49-F238E27FC236}">
                      <a16:creationId xmlns:a16="http://schemas.microsoft.com/office/drawing/2014/main" id="{634F3641-33D6-AD4F-DDE7-F2A877F224FF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6199193F-3C72-08F9-0824-1AB6D3FA6826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4" name="CaixaDeTexto 153">
                    <a:extLst>
                      <a:ext uri="{FF2B5EF4-FFF2-40B4-BE49-F238E27FC236}">
                        <a16:creationId xmlns:a16="http://schemas.microsoft.com/office/drawing/2014/main" id="{70700DB5-0FF1-3D5E-470B-AE65BA161CA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50" name="Agrupar 149">
                  <a:extLst>
                    <a:ext uri="{FF2B5EF4-FFF2-40B4-BE49-F238E27FC236}">
                      <a16:creationId xmlns:a16="http://schemas.microsoft.com/office/drawing/2014/main" id="{F94DF78C-983E-AD27-86BE-5059C26B1262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DE294ECD-7F00-A68B-2AB5-1C2B5E3C273B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2" name="CaixaDeTexto 151">
                    <a:extLst>
                      <a:ext uri="{FF2B5EF4-FFF2-40B4-BE49-F238E27FC236}">
                        <a16:creationId xmlns:a16="http://schemas.microsoft.com/office/drawing/2014/main" id="{1473A3C8-AAB4-77FF-FA0C-B91463A1C841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34" name="Agrupar 133">
                <a:extLst>
                  <a:ext uri="{FF2B5EF4-FFF2-40B4-BE49-F238E27FC236}">
                    <a16:creationId xmlns:a16="http://schemas.microsoft.com/office/drawing/2014/main" id="{03CF997F-1847-AD45-23D6-B3319F00C931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35" name="Agrupar 134">
                  <a:extLst>
                    <a:ext uri="{FF2B5EF4-FFF2-40B4-BE49-F238E27FC236}">
                      <a16:creationId xmlns:a16="http://schemas.microsoft.com/office/drawing/2014/main" id="{FB74A1D9-4E00-A701-78AC-7FC2AED37A9C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D16CF723-6D0C-77FF-C6AC-BD6159592B8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6" name="CaixaDeTexto 145">
                    <a:extLst>
                      <a:ext uri="{FF2B5EF4-FFF2-40B4-BE49-F238E27FC236}">
                        <a16:creationId xmlns:a16="http://schemas.microsoft.com/office/drawing/2014/main" id="{293A9083-36BC-3202-2A51-24BD433AE71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36" name="Agrupar 135">
                  <a:extLst>
                    <a:ext uri="{FF2B5EF4-FFF2-40B4-BE49-F238E27FC236}">
                      <a16:creationId xmlns:a16="http://schemas.microsoft.com/office/drawing/2014/main" id="{D13E6650-4974-7FC3-62BE-77737A05247F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78F3566C-0A11-E519-4A2A-D72F7D6BC15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4" name="CaixaDeTexto 143">
                    <a:extLst>
                      <a:ext uri="{FF2B5EF4-FFF2-40B4-BE49-F238E27FC236}">
                        <a16:creationId xmlns:a16="http://schemas.microsoft.com/office/drawing/2014/main" id="{EB8D761C-E5F9-3856-54C2-6F0B8ADD3E52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37" name="Agrupar 136">
                  <a:extLst>
                    <a:ext uri="{FF2B5EF4-FFF2-40B4-BE49-F238E27FC236}">
                      <a16:creationId xmlns:a16="http://schemas.microsoft.com/office/drawing/2014/main" id="{74CF311B-7FF0-3E99-7BB7-005A6D8A6EB3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1" name="Oval 140">
                    <a:extLst>
                      <a:ext uri="{FF2B5EF4-FFF2-40B4-BE49-F238E27FC236}">
                        <a16:creationId xmlns:a16="http://schemas.microsoft.com/office/drawing/2014/main" id="{986AE07A-6D35-F05D-5A3F-3825DF9B51E0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2" name="CaixaDeTexto 141">
                    <a:extLst>
                      <a:ext uri="{FF2B5EF4-FFF2-40B4-BE49-F238E27FC236}">
                        <a16:creationId xmlns:a16="http://schemas.microsoft.com/office/drawing/2014/main" id="{18DA77C7-6BB7-EEAF-8CBD-A8858F12A55E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38" name="Agrupar 137">
                  <a:extLst>
                    <a:ext uri="{FF2B5EF4-FFF2-40B4-BE49-F238E27FC236}">
                      <a16:creationId xmlns:a16="http://schemas.microsoft.com/office/drawing/2014/main" id="{08C8B290-D2B9-CF1A-1BE6-D00E24C4DC51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9" name="Oval 138">
                    <a:extLst>
                      <a:ext uri="{FF2B5EF4-FFF2-40B4-BE49-F238E27FC236}">
                        <a16:creationId xmlns:a16="http://schemas.microsoft.com/office/drawing/2014/main" id="{22AE7470-1BB1-B33B-A8AD-E380DF4B2B25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0" name="CaixaDeTexto 139">
                    <a:extLst>
                      <a:ext uri="{FF2B5EF4-FFF2-40B4-BE49-F238E27FC236}">
                        <a16:creationId xmlns:a16="http://schemas.microsoft.com/office/drawing/2014/main" id="{7F3B9031-1171-4AEF-F817-0B4F0065F0E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2" name="Agrupar 101">
              <a:extLst>
                <a:ext uri="{FF2B5EF4-FFF2-40B4-BE49-F238E27FC236}">
                  <a16:creationId xmlns:a16="http://schemas.microsoft.com/office/drawing/2014/main" id="{4A5DD331-B5EA-1310-56A6-D0BB325DEF4B}"/>
                </a:ext>
              </a:extLst>
            </p:cNvPr>
            <p:cNvGrpSpPr/>
            <p:nvPr/>
          </p:nvGrpSpPr>
          <p:grpSpPr>
            <a:xfrm>
              <a:off x="10139992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07" name="Agrupar 106">
                <a:extLst>
                  <a:ext uri="{FF2B5EF4-FFF2-40B4-BE49-F238E27FC236}">
                    <a16:creationId xmlns:a16="http://schemas.microsoft.com/office/drawing/2014/main" id="{E3F0E61B-C2A8-4EBD-5DBB-BDBCF57F80E2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21" name="Agrupar 120">
                  <a:extLst>
                    <a:ext uri="{FF2B5EF4-FFF2-40B4-BE49-F238E27FC236}">
                      <a16:creationId xmlns:a16="http://schemas.microsoft.com/office/drawing/2014/main" id="{910B975A-4C0E-46F6-4C39-D6CC044F9286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334C4CFA-82D2-04C1-1D1D-6E9A57BFAC2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2" name="CaixaDeTexto 131">
                    <a:extLst>
                      <a:ext uri="{FF2B5EF4-FFF2-40B4-BE49-F238E27FC236}">
                        <a16:creationId xmlns:a16="http://schemas.microsoft.com/office/drawing/2014/main" id="{3A2664E7-0365-536A-E37F-A128CC086B32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</p:grpSp>
            <p:grpSp>
              <p:nvGrpSpPr>
                <p:cNvPr id="122" name="Agrupar 121">
                  <a:extLst>
                    <a:ext uri="{FF2B5EF4-FFF2-40B4-BE49-F238E27FC236}">
                      <a16:creationId xmlns:a16="http://schemas.microsoft.com/office/drawing/2014/main" id="{EA6839CA-D596-9594-D9EC-6720C3A2A2DF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310B4409-F95A-03E5-1172-F0FE241591F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0" name="CaixaDeTexto 129">
                    <a:extLst>
                      <a:ext uri="{FF2B5EF4-FFF2-40B4-BE49-F238E27FC236}">
                        <a16:creationId xmlns:a16="http://schemas.microsoft.com/office/drawing/2014/main" id="{C0365056-04A3-18EB-DA58-C0436B8E4B8F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23" name="Agrupar 122">
                  <a:extLst>
                    <a:ext uri="{FF2B5EF4-FFF2-40B4-BE49-F238E27FC236}">
                      <a16:creationId xmlns:a16="http://schemas.microsoft.com/office/drawing/2014/main" id="{390BBFAC-0D83-0F82-48E7-19DA9CDB561C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572C12C6-A6DA-E956-C7A9-534D4B61947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8" name="CaixaDeTexto 127">
                    <a:extLst>
                      <a:ext uri="{FF2B5EF4-FFF2-40B4-BE49-F238E27FC236}">
                        <a16:creationId xmlns:a16="http://schemas.microsoft.com/office/drawing/2014/main" id="{3AFAD3AE-C498-061C-49E7-3E1864D25046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24" name="Agrupar 123">
                  <a:extLst>
                    <a:ext uri="{FF2B5EF4-FFF2-40B4-BE49-F238E27FC236}">
                      <a16:creationId xmlns:a16="http://schemas.microsoft.com/office/drawing/2014/main" id="{26C80F04-3D94-56C1-18BC-3355891867F4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DC38B2A8-984E-8371-48DA-77F6A85C0213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6" name="CaixaDeTexto 125">
                    <a:extLst>
                      <a:ext uri="{FF2B5EF4-FFF2-40B4-BE49-F238E27FC236}">
                        <a16:creationId xmlns:a16="http://schemas.microsoft.com/office/drawing/2014/main" id="{8E86B441-B386-2651-30D4-B4E6049819FD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08" name="Agrupar 107">
                <a:extLst>
                  <a:ext uri="{FF2B5EF4-FFF2-40B4-BE49-F238E27FC236}">
                    <a16:creationId xmlns:a16="http://schemas.microsoft.com/office/drawing/2014/main" id="{16C20F3F-4EE6-EB73-51A8-2B47CA3F7F08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09" name="Agrupar 108">
                  <a:extLst>
                    <a:ext uri="{FF2B5EF4-FFF2-40B4-BE49-F238E27FC236}">
                      <a16:creationId xmlns:a16="http://schemas.microsoft.com/office/drawing/2014/main" id="{3AD03B53-DFFA-5CFF-D3D1-D224B8B27DD9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300E78AD-DBAE-7C2B-F826-A99656FFF35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0965C2C5-6CF9-19A5-43C7-25025F3D957A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10" name="Agrupar 109">
                  <a:extLst>
                    <a:ext uri="{FF2B5EF4-FFF2-40B4-BE49-F238E27FC236}">
                      <a16:creationId xmlns:a16="http://schemas.microsoft.com/office/drawing/2014/main" id="{215E5C27-DAB5-7AB5-8B97-CA8FFA492331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D6B528E5-68C5-CEC3-A5AB-061E0D1C3A5E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8" name="CaixaDeTexto 117">
                    <a:extLst>
                      <a:ext uri="{FF2B5EF4-FFF2-40B4-BE49-F238E27FC236}">
                        <a16:creationId xmlns:a16="http://schemas.microsoft.com/office/drawing/2014/main" id="{CAA087B9-3024-5DE1-67EC-6347702E6C90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11" name="Agrupar 110">
                  <a:extLst>
                    <a:ext uri="{FF2B5EF4-FFF2-40B4-BE49-F238E27FC236}">
                      <a16:creationId xmlns:a16="http://schemas.microsoft.com/office/drawing/2014/main" id="{449AE5FF-67B7-B2C0-9CF1-3127A4DC1391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4E73D1BD-8FEA-5B40-AAEA-F2E990780A34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6" name="CaixaDeTexto 115">
                    <a:extLst>
                      <a:ext uri="{FF2B5EF4-FFF2-40B4-BE49-F238E27FC236}">
                        <a16:creationId xmlns:a16="http://schemas.microsoft.com/office/drawing/2014/main" id="{762CE997-3257-6316-DF5E-0D80FC8DBBA0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12" name="Agrupar 111">
                  <a:extLst>
                    <a:ext uri="{FF2B5EF4-FFF2-40B4-BE49-F238E27FC236}">
                      <a16:creationId xmlns:a16="http://schemas.microsoft.com/office/drawing/2014/main" id="{4B3D74B2-6D6E-4A83-3606-CC50535BF21B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B39E735C-A07B-AD1A-AE49-E1BF4210D816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4" name="CaixaDeTexto 113">
                    <a:extLst>
                      <a:ext uri="{FF2B5EF4-FFF2-40B4-BE49-F238E27FC236}">
                        <a16:creationId xmlns:a16="http://schemas.microsoft.com/office/drawing/2014/main" id="{BF596193-F5C7-8253-67B7-158E30AF95DF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3" name="Agrupar 102">
              <a:extLst>
                <a:ext uri="{FF2B5EF4-FFF2-40B4-BE49-F238E27FC236}">
                  <a16:creationId xmlns:a16="http://schemas.microsoft.com/office/drawing/2014/main" id="{EA4BC091-C370-99E5-8300-F888621000C7}"/>
                </a:ext>
              </a:extLst>
            </p:cNvPr>
            <p:cNvGrpSpPr/>
            <p:nvPr/>
          </p:nvGrpSpPr>
          <p:grpSpPr>
            <a:xfrm>
              <a:off x="11137786" y="610545"/>
              <a:ext cx="531439" cy="361777"/>
              <a:chOff x="5419646" y="4385129"/>
              <a:chExt cx="531439" cy="361777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FBCFCEA3-846F-29D7-BF46-6E8D8567A112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C4F05601-4278-D7E2-F52D-E011F48E5E4D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5554C8E6-5EB3-8621-D90C-D72CE703312E}"/>
                    </a:ext>
                  </a:extLst>
                </p:cNvPr>
                <p:cNvSpPr txBox="1"/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5554C8E6-5EB3-8621-D90C-D72CE70331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blipFill>
                  <a:blip r:embed="rId6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55138597-7050-B95C-49AB-71BF62E52F3E}"/>
              </a:ext>
            </a:extLst>
          </p:cNvPr>
          <p:cNvGrpSpPr/>
          <p:nvPr/>
        </p:nvGrpSpPr>
        <p:grpSpPr>
          <a:xfrm>
            <a:off x="8221539" y="5068223"/>
            <a:ext cx="360000" cy="955256"/>
            <a:chOff x="2195906" y="4946709"/>
            <a:chExt cx="360000" cy="955256"/>
          </a:xfrm>
        </p:grpSpPr>
        <p:grpSp>
          <p:nvGrpSpPr>
            <p:cNvPr id="162" name="!!Gate4">
              <a:extLst>
                <a:ext uri="{FF2B5EF4-FFF2-40B4-BE49-F238E27FC236}">
                  <a16:creationId xmlns:a16="http://schemas.microsoft.com/office/drawing/2014/main" id="{06E47EB9-0332-6AAC-F606-50027218AB87}"/>
                </a:ext>
              </a:extLst>
            </p:cNvPr>
            <p:cNvGrpSpPr/>
            <p:nvPr/>
          </p:nvGrpSpPr>
          <p:grpSpPr>
            <a:xfrm>
              <a:off x="2195906" y="4985665"/>
              <a:ext cx="360000" cy="916300"/>
              <a:chOff x="2118732" y="2261831"/>
              <a:chExt cx="360000" cy="916300"/>
            </a:xfrm>
          </p:grpSpPr>
          <p:cxnSp>
            <p:nvCxnSpPr>
              <p:cNvPr id="166" name="Conexão Reta 165">
                <a:extLst>
                  <a:ext uri="{FF2B5EF4-FFF2-40B4-BE49-F238E27FC236}">
                    <a16:creationId xmlns:a16="http://schemas.microsoft.com/office/drawing/2014/main" id="{9EE24072-9BA0-2714-F493-0F2C10E6CC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exão Reta 166">
                <a:extLst>
                  <a:ext uri="{FF2B5EF4-FFF2-40B4-BE49-F238E27FC236}">
                    <a16:creationId xmlns:a16="http://schemas.microsoft.com/office/drawing/2014/main" id="{28729FFE-D4B5-6F6C-B305-813F396A1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4604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Conexão Reta 167">
                <a:extLst>
                  <a:ext uri="{FF2B5EF4-FFF2-40B4-BE49-F238E27FC236}">
                    <a16:creationId xmlns:a16="http://schemas.microsoft.com/office/drawing/2014/main" id="{B8F9B3AF-CEC1-72FE-9DFD-F433DC380E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781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450FCF25-A1C2-620C-E0B6-0B3D94BDE103}"/>
                </a:ext>
              </a:extLst>
            </p:cNvPr>
            <p:cNvSpPr/>
            <p:nvPr/>
          </p:nvSpPr>
          <p:spPr>
            <a:xfrm>
              <a:off x="2328421" y="4946709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4" name="Ou 163">
              <a:extLst>
                <a:ext uri="{FF2B5EF4-FFF2-40B4-BE49-F238E27FC236}">
                  <a16:creationId xmlns:a16="http://schemas.microsoft.com/office/drawing/2014/main" id="{A0A2C6BA-2CFD-E761-3AB0-5FB9228127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0421" y="5396805"/>
              <a:ext cx="144000" cy="144000"/>
            </a:xfrm>
            <a:prstGeom prst="flowChartOr">
              <a:avLst/>
            </a:prstGeom>
            <a:solidFill>
              <a:srgbClr val="9E867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5" name="Conexão Reta 164">
              <a:extLst>
                <a:ext uri="{FF2B5EF4-FFF2-40B4-BE49-F238E27FC236}">
                  <a16:creationId xmlns:a16="http://schemas.microsoft.com/office/drawing/2014/main" id="{54AE4257-9C94-03B4-F625-A6BDEBF342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2421" y="4993865"/>
              <a:ext cx="1894" cy="468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F4AD3C2E-C5F4-1227-DCFD-F1D7B3A3812E}"/>
              </a:ext>
            </a:extLst>
          </p:cNvPr>
          <p:cNvGrpSpPr/>
          <p:nvPr/>
        </p:nvGrpSpPr>
        <p:grpSpPr>
          <a:xfrm>
            <a:off x="7051209" y="5108993"/>
            <a:ext cx="108000" cy="929523"/>
            <a:chOff x="2118732" y="2261831"/>
            <a:chExt cx="180000" cy="929523"/>
          </a:xfrm>
        </p:grpSpPr>
        <p:cxnSp>
          <p:nvCxnSpPr>
            <p:cNvPr id="170" name="Conexão Reta 169">
              <a:extLst>
                <a:ext uri="{FF2B5EF4-FFF2-40B4-BE49-F238E27FC236}">
                  <a16:creationId xmlns:a16="http://schemas.microsoft.com/office/drawing/2014/main" id="{10762817-4FBC-C1B1-83DA-7D04E5135ACC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xão Reta 170">
              <a:extLst>
                <a:ext uri="{FF2B5EF4-FFF2-40B4-BE49-F238E27FC236}">
                  <a16:creationId xmlns:a16="http://schemas.microsoft.com/office/drawing/2014/main" id="{B50BAC7C-2C92-D28E-21B0-EEA838A89DCD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xão Reta 171">
              <a:extLst>
                <a:ext uri="{FF2B5EF4-FFF2-40B4-BE49-F238E27FC236}">
                  <a16:creationId xmlns:a16="http://schemas.microsoft.com/office/drawing/2014/main" id="{DC7D51F1-7452-8B19-97DC-E6F2E8546669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36312731-A2D2-7310-2D4D-24957FE0DEE2}"/>
                  </a:ext>
                </a:extLst>
              </p:cNvPr>
              <p:cNvSpPr/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36312731-A2D2-7310-2D4D-24957FE0D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blipFill>
                <a:blip r:embed="rId7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ECABE677-B736-FC86-E63E-CF5A1430002A}"/>
                  </a:ext>
                </a:extLst>
              </p:cNvPr>
              <p:cNvSpPr/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ECABE677-B736-FC86-E63E-CF5A14300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blipFill>
                <a:blip r:embed="rId8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DECC3B0F-D4B8-9C27-86F3-A5A033C1C6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DECC3B0F-D4B8-9C27-86F3-A5A033C1C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C7B581DC-ECC3-491B-7A13-FE20E30EF330}"/>
              </a:ext>
            </a:extLst>
          </p:cNvPr>
          <p:cNvGrpSpPr/>
          <p:nvPr/>
        </p:nvGrpSpPr>
        <p:grpSpPr>
          <a:xfrm>
            <a:off x="7595632" y="5108993"/>
            <a:ext cx="108000" cy="929523"/>
            <a:chOff x="2118732" y="2261831"/>
            <a:chExt cx="180000" cy="929523"/>
          </a:xfrm>
        </p:grpSpPr>
        <p:cxnSp>
          <p:nvCxnSpPr>
            <p:cNvPr id="177" name="Conexão Reta 176">
              <a:extLst>
                <a:ext uri="{FF2B5EF4-FFF2-40B4-BE49-F238E27FC236}">
                  <a16:creationId xmlns:a16="http://schemas.microsoft.com/office/drawing/2014/main" id="{9B4DA651-99F8-5C7E-60DE-6ED8129DAB25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xão Reta 177">
              <a:extLst>
                <a:ext uri="{FF2B5EF4-FFF2-40B4-BE49-F238E27FC236}">
                  <a16:creationId xmlns:a16="http://schemas.microsoft.com/office/drawing/2014/main" id="{0E6E5F65-98DD-6779-0527-C0A05C8CA5B9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xão Reta 178">
              <a:extLst>
                <a:ext uri="{FF2B5EF4-FFF2-40B4-BE49-F238E27FC236}">
                  <a16:creationId xmlns:a16="http://schemas.microsoft.com/office/drawing/2014/main" id="{FA5E1399-7768-9182-501A-8DDEE2724543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F1678FDE-9FB0-6917-3DA4-065C1F826891}"/>
              </a:ext>
            </a:extLst>
          </p:cNvPr>
          <p:cNvGrpSpPr/>
          <p:nvPr/>
        </p:nvGrpSpPr>
        <p:grpSpPr>
          <a:xfrm>
            <a:off x="9095223" y="4905633"/>
            <a:ext cx="652423" cy="1379285"/>
            <a:chOff x="1635635" y="4067390"/>
            <a:chExt cx="652423" cy="1379285"/>
          </a:xfrm>
        </p:grpSpPr>
        <p:grpSp>
          <p:nvGrpSpPr>
            <p:cNvPr id="181" name="Agrupar 180">
              <a:extLst>
                <a:ext uri="{FF2B5EF4-FFF2-40B4-BE49-F238E27FC236}">
                  <a16:creationId xmlns:a16="http://schemas.microsoft.com/office/drawing/2014/main" id="{5BB382A3-9A36-85B4-70B5-14BC20DD1A03}"/>
                </a:ext>
              </a:extLst>
            </p:cNvPr>
            <p:cNvGrpSpPr/>
            <p:nvPr/>
          </p:nvGrpSpPr>
          <p:grpSpPr>
            <a:xfrm>
              <a:off x="1635635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9" name="Conexão Reta 188">
                <a:extLst>
                  <a:ext uri="{FF2B5EF4-FFF2-40B4-BE49-F238E27FC236}">
                    <a16:creationId xmlns:a16="http://schemas.microsoft.com/office/drawing/2014/main" id="{6039BE59-E926-FCAD-357D-AAE70D9A18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exão Reta 189">
                <a:extLst>
                  <a:ext uri="{FF2B5EF4-FFF2-40B4-BE49-F238E27FC236}">
                    <a16:creationId xmlns:a16="http://schemas.microsoft.com/office/drawing/2014/main" id="{019B1A39-06BC-2A55-279A-05E1B98AE2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exão Reta 190">
                <a:extLst>
                  <a:ext uri="{FF2B5EF4-FFF2-40B4-BE49-F238E27FC236}">
                    <a16:creationId xmlns:a16="http://schemas.microsoft.com/office/drawing/2014/main" id="{0DB7C2DC-530D-FEB6-D82A-A935C2CB09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!!Gate1">
                  <a:extLst>
                    <a:ext uri="{FF2B5EF4-FFF2-40B4-BE49-F238E27FC236}">
                      <a16:creationId xmlns:a16="http://schemas.microsoft.com/office/drawing/2014/main" id="{B38F69AC-94EE-6BFF-B20C-B21F66EBF060}"/>
                    </a:ext>
                  </a:extLst>
                </p:cNvPr>
                <p:cNvSpPr/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2" name="!!Gate1">
                  <a:extLst>
                    <a:ext uri="{FF2B5EF4-FFF2-40B4-BE49-F238E27FC236}">
                      <a16:creationId xmlns:a16="http://schemas.microsoft.com/office/drawing/2014/main" id="{B38F69AC-94EE-6BFF-B20C-B21F66EBF0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blipFill>
                  <a:blip r:embed="rId10"/>
                  <a:stretch>
                    <a:fillRect l="-5263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!!Gate2">
                  <a:extLst>
                    <a:ext uri="{FF2B5EF4-FFF2-40B4-BE49-F238E27FC236}">
                      <a16:creationId xmlns:a16="http://schemas.microsoft.com/office/drawing/2014/main" id="{DD216F75-4A48-1ECF-598C-429A20E679AE}"/>
                    </a:ext>
                  </a:extLst>
                </p:cNvPr>
                <p:cNvSpPr/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3" name="!!Gate2">
                  <a:extLst>
                    <a:ext uri="{FF2B5EF4-FFF2-40B4-BE49-F238E27FC236}">
                      <a16:creationId xmlns:a16="http://schemas.microsoft.com/office/drawing/2014/main" id="{DD216F75-4A48-1ECF-598C-429A20E679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!!Gate3">
                  <a:extLst>
                    <a:ext uri="{FF2B5EF4-FFF2-40B4-BE49-F238E27FC236}">
                      <a16:creationId xmlns:a16="http://schemas.microsoft.com/office/drawing/2014/main" id="{1AFE1A15-2D55-DD12-065F-E886254363C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4" name="!!Gate3">
                  <a:extLst>
                    <a:ext uri="{FF2B5EF4-FFF2-40B4-BE49-F238E27FC236}">
                      <a16:creationId xmlns:a16="http://schemas.microsoft.com/office/drawing/2014/main" id="{1AFE1A15-2D55-DD12-065F-E886254363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blipFill>
                  <a:blip r:embed="rId12"/>
                  <a:stretch>
                    <a:fillRect l="-15789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5" name="Agrupar 184">
              <a:extLst>
                <a:ext uri="{FF2B5EF4-FFF2-40B4-BE49-F238E27FC236}">
                  <a16:creationId xmlns:a16="http://schemas.microsoft.com/office/drawing/2014/main" id="{32DDEE9E-3DEF-4DD7-4B70-4453D60D74BB}"/>
                </a:ext>
              </a:extLst>
            </p:cNvPr>
            <p:cNvGrpSpPr/>
            <p:nvPr/>
          </p:nvGrpSpPr>
          <p:grpSpPr>
            <a:xfrm>
              <a:off x="2180058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6" name="Conexão Reta 185">
                <a:extLst>
                  <a:ext uri="{FF2B5EF4-FFF2-40B4-BE49-F238E27FC236}">
                    <a16:creationId xmlns:a16="http://schemas.microsoft.com/office/drawing/2014/main" id="{8061E507-6040-3199-1793-87DDD8D51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xão Reta 186">
                <a:extLst>
                  <a:ext uri="{FF2B5EF4-FFF2-40B4-BE49-F238E27FC236}">
                    <a16:creationId xmlns:a16="http://schemas.microsoft.com/office/drawing/2014/main" id="{19CBAC4F-6666-7C9A-8F92-669C748558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exão Reta 187">
                <a:extLst>
                  <a:ext uri="{FF2B5EF4-FFF2-40B4-BE49-F238E27FC236}">
                    <a16:creationId xmlns:a16="http://schemas.microsoft.com/office/drawing/2014/main" id="{182347AF-2F52-34AC-A02E-391799227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9C11016D-284F-32F5-7CE6-04F669665C44}"/>
              </a:ext>
            </a:extLst>
          </p:cNvPr>
          <p:cNvGrpSpPr/>
          <p:nvPr/>
        </p:nvGrpSpPr>
        <p:grpSpPr>
          <a:xfrm>
            <a:off x="6778430" y="4962761"/>
            <a:ext cx="233728" cy="1230914"/>
            <a:chOff x="6778430" y="4962761"/>
            <a:chExt cx="233728" cy="1230914"/>
          </a:xfrm>
        </p:grpSpPr>
        <p:sp>
          <p:nvSpPr>
            <p:cNvPr id="198" name="CaixaDeTexto 197">
              <a:extLst>
                <a:ext uri="{FF2B5EF4-FFF2-40B4-BE49-F238E27FC236}">
                  <a16:creationId xmlns:a16="http://schemas.microsoft.com/office/drawing/2014/main" id="{174CE94A-D5D9-0907-7957-9EC607BEBAE8}"/>
                </a:ext>
              </a:extLst>
            </p:cNvPr>
            <p:cNvSpPr txBox="1"/>
            <p:nvPr/>
          </p:nvSpPr>
          <p:spPr>
            <a:xfrm>
              <a:off x="6778430" y="49627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199" name="CaixaDeTexto 198">
              <a:extLst>
                <a:ext uri="{FF2B5EF4-FFF2-40B4-BE49-F238E27FC236}">
                  <a16:creationId xmlns:a16="http://schemas.microsoft.com/office/drawing/2014/main" id="{21EF5AAB-FEFE-1ACE-838F-84C102337C44}"/>
                </a:ext>
              </a:extLst>
            </p:cNvPr>
            <p:cNvSpPr txBox="1"/>
            <p:nvPr/>
          </p:nvSpPr>
          <p:spPr>
            <a:xfrm>
              <a:off x="6778430" y="54243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467D8115-1169-6CF5-1EF4-958BB02CB676}"/>
                </a:ext>
              </a:extLst>
            </p:cNvPr>
            <p:cNvSpPr txBox="1"/>
            <p:nvPr/>
          </p:nvSpPr>
          <p:spPr>
            <a:xfrm>
              <a:off x="6778430" y="58858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93C8323D-3B27-2B24-9150-3BBD82D7BB5F}"/>
                  </a:ext>
                </a:extLst>
              </p:cNvPr>
              <p:cNvSpPr txBox="1"/>
              <p:nvPr/>
            </p:nvSpPr>
            <p:spPr>
              <a:xfrm>
                <a:off x="393729" y="3186335"/>
                <a:ext cx="4013946" cy="892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nary>
                        <m:naryPr>
                          <m:chr m:val="∏"/>
                          <m:supHide m:val="on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𝑔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𝑝𝑑𝑓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sSubSup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†</m:t>
                                  </m:r>
                                </m:sup>
                              </m:sSubSup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0</m:t>
                                          </m:r>
                                        </m:e>
                                        <m:sub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𝑞𝑏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(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𝑔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93C8323D-3B27-2B24-9150-3BBD82D7B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9" y="3186335"/>
                <a:ext cx="4013946" cy="892680"/>
              </a:xfrm>
              <a:prstGeom prst="rect">
                <a:avLst/>
              </a:prstGeom>
              <a:blipFill>
                <a:blip r:embed="rId13"/>
                <a:stretch>
                  <a:fillRect l="-3155" t="-121127" r="-13565" b="-164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CaixaDeTexto 205">
                <a:extLst>
                  <a:ext uri="{FF2B5EF4-FFF2-40B4-BE49-F238E27FC236}">
                    <a16:creationId xmlns:a16="http://schemas.microsoft.com/office/drawing/2014/main" id="{ED161592-82B5-BAB5-394E-D678B316B908}"/>
                  </a:ext>
                </a:extLst>
              </p:cNvPr>
              <p:cNvSpPr txBox="1"/>
              <p:nvPr/>
            </p:nvSpPr>
            <p:spPr>
              <a:xfrm>
                <a:off x="393729" y="3932763"/>
                <a:ext cx="4013946" cy="892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P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∝</m:t>
                      </m:r>
                      <m:nary>
                        <m:naryPr>
                          <m:chr m:val="∏"/>
                          <m:supHide m:val="on"/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𝑔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∈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𝑝𝑑𝑓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sSubSupPr>
                                <m:e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†</m:t>
                                  </m:r>
                                </m:sup>
                              </m:sSubSup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pt-PT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pt-PT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0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1,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𝑞𝑏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(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𝑔</m:t>
                                          </m:r>
                                          <m:r>
                                            <a:rPr lang="pt-PT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ADLaM Display" panose="02010000000000000000" pitchFamily="2" charset="77"/>
                                            </a:rPr>
                                            <m:t>)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6" name="CaixaDeTexto 205">
                <a:extLst>
                  <a:ext uri="{FF2B5EF4-FFF2-40B4-BE49-F238E27FC236}">
                    <a16:creationId xmlns:a16="http://schemas.microsoft.com/office/drawing/2014/main" id="{ED161592-82B5-BAB5-394E-D678B316B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29" y="3932763"/>
                <a:ext cx="4013946" cy="892680"/>
              </a:xfrm>
              <a:prstGeom prst="rect">
                <a:avLst/>
              </a:prstGeom>
              <a:blipFill>
                <a:blip r:embed="rId14"/>
                <a:stretch>
                  <a:fillRect l="-4416" t="-118056" r="-14826" b="-16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506BE236-38C6-E89D-81FE-062050D02044}"/>
              </a:ext>
            </a:extLst>
          </p:cNvPr>
          <p:cNvGrpSpPr/>
          <p:nvPr/>
        </p:nvGrpSpPr>
        <p:grpSpPr>
          <a:xfrm>
            <a:off x="9735558" y="4967922"/>
            <a:ext cx="233728" cy="1230914"/>
            <a:chOff x="6930830" y="5115161"/>
            <a:chExt cx="233728" cy="1230914"/>
          </a:xfrm>
        </p:grpSpPr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F64D6E56-EDDF-E09B-50A1-ACC37C5C65FB}"/>
                </a:ext>
              </a:extLst>
            </p:cNvPr>
            <p:cNvSpPr txBox="1"/>
            <p:nvPr/>
          </p:nvSpPr>
          <p:spPr>
            <a:xfrm>
              <a:off x="6930830" y="51151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8" name="CaixaDeTexto 207">
              <a:extLst>
                <a:ext uri="{FF2B5EF4-FFF2-40B4-BE49-F238E27FC236}">
                  <a16:creationId xmlns:a16="http://schemas.microsoft.com/office/drawing/2014/main" id="{FDE0381C-D6FC-53F7-3DF3-B3BAB2D9A460}"/>
                </a:ext>
              </a:extLst>
            </p:cNvPr>
            <p:cNvSpPr txBox="1"/>
            <p:nvPr/>
          </p:nvSpPr>
          <p:spPr>
            <a:xfrm>
              <a:off x="6930830" y="55767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9" name="CaixaDeTexto 208">
              <a:extLst>
                <a:ext uri="{FF2B5EF4-FFF2-40B4-BE49-F238E27FC236}">
                  <a16:creationId xmlns:a16="http://schemas.microsoft.com/office/drawing/2014/main" id="{09EA8708-CA19-335D-706D-CFE3779F8F78}"/>
                </a:ext>
              </a:extLst>
            </p:cNvPr>
            <p:cNvSpPr txBox="1"/>
            <p:nvPr/>
          </p:nvSpPr>
          <p:spPr>
            <a:xfrm>
              <a:off x="6930830" y="60382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1219557C-0F99-F1F1-71EB-1384B87AB94F}"/>
              </a:ext>
            </a:extLst>
          </p:cNvPr>
          <p:cNvSpPr txBox="1"/>
          <p:nvPr/>
        </p:nvSpPr>
        <p:spPr>
          <a:xfrm>
            <a:off x="6003665" y="5269074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sp>
        <p:nvSpPr>
          <p:cNvPr id="223" name="Sol 222">
            <a:extLst>
              <a:ext uri="{FF2B5EF4-FFF2-40B4-BE49-F238E27FC236}">
                <a16:creationId xmlns:a16="http://schemas.microsoft.com/office/drawing/2014/main" id="{212EA3BD-6EDE-32BB-C3F8-86AD3E2EB903}"/>
              </a:ext>
            </a:extLst>
          </p:cNvPr>
          <p:cNvSpPr/>
          <p:nvPr/>
        </p:nvSpPr>
        <p:spPr>
          <a:xfrm>
            <a:off x="10215340" y="5296686"/>
            <a:ext cx="659757" cy="594373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62EA0C0F-949D-9218-C5EA-17DAED068DE3}"/>
              </a:ext>
            </a:extLst>
          </p:cNvPr>
          <p:cNvCxnSpPr>
            <a:cxnSpLocks/>
            <a:stCxn id="105" idx="3"/>
            <a:endCxn id="116" idx="0"/>
          </p:cNvCxnSpPr>
          <p:nvPr/>
        </p:nvCxnSpPr>
        <p:spPr>
          <a:xfrm flipH="1">
            <a:off x="8863938" y="2346394"/>
            <a:ext cx="953000" cy="155866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7B22EF14-5870-AD95-A346-8A0E61D4939D}"/>
              </a:ext>
            </a:extLst>
          </p:cNvPr>
          <p:cNvCxnSpPr>
            <a:cxnSpLocks/>
            <a:stCxn id="117" idx="2"/>
            <a:endCxn id="140" idx="2"/>
          </p:cNvCxnSpPr>
          <p:nvPr/>
        </p:nvCxnSpPr>
        <p:spPr>
          <a:xfrm flipH="1">
            <a:off x="7866853" y="3897255"/>
            <a:ext cx="943795" cy="63633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ECDE323C-E8D5-9074-14AC-94991231D793}"/>
              </a:ext>
            </a:extLst>
          </p:cNvPr>
          <p:cNvCxnSpPr>
            <a:cxnSpLocks/>
            <a:stCxn id="155" idx="6"/>
            <a:endCxn id="118" idx="2"/>
          </p:cNvCxnSpPr>
          <p:nvPr/>
        </p:nvCxnSpPr>
        <p:spPr>
          <a:xfrm>
            <a:off x="7914953" y="2630678"/>
            <a:ext cx="949695" cy="12665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xão Reta Unidirecional 19">
            <a:extLst>
              <a:ext uri="{FF2B5EF4-FFF2-40B4-BE49-F238E27FC236}">
                <a16:creationId xmlns:a16="http://schemas.microsoft.com/office/drawing/2014/main" id="{762F7635-9DB7-6751-2CBD-73ECA177AFCF}"/>
              </a:ext>
            </a:extLst>
          </p:cNvPr>
          <p:cNvCxnSpPr>
            <a:cxnSpLocks/>
            <a:stCxn id="159" idx="5"/>
            <a:endCxn id="140" idx="2"/>
          </p:cNvCxnSpPr>
          <p:nvPr/>
        </p:nvCxnSpPr>
        <p:spPr>
          <a:xfrm>
            <a:off x="6902052" y="2346394"/>
            <a:ext cx="964801" cy="218719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0111DA97-BAC8-65F6-4627-2AC8DE76A3FC}"/>
                  </a:ext>
                </a:extLst>
              </p:cNvPr>
              <p:cNvSpPr txBox="1"/>
              <p:nvPr/>
            </p:nvSpPr>
            <p:spPr>
              <a:xfrm>
                <a:off x="479904" y="4825443"/>
                <a:ext cx="44925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0→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</m:t>
                          </m:r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∗</m:t>
                      </m:r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∗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0111DA97-BAC8-65F6-4627-2AC8DE76A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04" y="4825443"/>
                <a:ext cx="4492577" cy="400110"/>
              </a:xfrm>
              <a:prstGeom prst="rect">
                <a:avLst/>
              </a:prstGeom>
              <a:blipFill>
                <a:blip r:embed="rId1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E34C8EE-AFF6-067C-F57C-EF0520444A55}"/>
                  </a:ext>
                </a:extLst>
              </p:cNvPr>
              <p:cNvSpPr txBox="1"/>
              <p:nvPr/>
            </p:nvSpPr>
            <p:spPr>
              <a:xfrm>
                <a:off x="488904" y="5308811"/>
                <a:ext cx="44925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0→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</m:t>
                          </m:r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∗1∗</m:t>
                      </m:r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E34C8EE-AFF6-067C-F57C-EF0520444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04" y="5308811"/>
                <a:ext cx="4492577" cy="400110"/>
              </a:xfrm>
              <a:prstGeom prst="rect">
                <a:avLst/>
              </a:prstGeom>
              <a:blipFill>
                <a:blip r:embed="rId1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DBD579E-BB77-A0B2-ECEA-5617E5AB8EB7}"/>
                  </a:ext>
                </a:extLst>
              </p:cNvPr>
              <p:cNvSpPr txBox="1"/>
              <p:nvPr/>
            </p:nvSpPr>
            <p:spPr>
              <a:xfrm>
                <a:off x="498351" y="5768179"/>
                <a:ext cx="44925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0→</m:t>
                          </m:r>
                          <m:sSub>
                            <m:sSubPr>
                              <m:ctrlP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  <m: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</m:t>
                          </m:r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=1∗</m:t>
                      </m:r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P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∗</m:t>
                      </m:r>
                      <m:r>
                        <a:rPr lang="pt-PT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PT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DBD579E-BB77-A0B2-ECEA-5617E5AB8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51" y="5768179"/>
                <a:ext cx="4492577" cy="400110"/>
              </a:xfrm>
              <a:prstGeom prst="rect">
                <a:avLst/>
              </a:prstGeom>
              <a:blipFill>
                <a:blip r:embed="rId17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Multiplicação 33">
            <a:extLst>
              <a:ext uri="{FF2B5EF4-FFF2-40B4-BE49-F238E27FC236}">
                <a16:creationId xmlns:a16="http://schemas.microsoft.com/office/drawing/2014/main" id="{1617169D-7FC3-E80B-0395-EC557C87283A}"/>
              </a:ext>
            </a:extLst>
          </p:cNvPr>
          <p:cNvSpPr>
            <a:spLocks noChangeAspect="1"/>
          </p:cNvSpPr>
          <p:nvPr/>
        </p:nvSpPr>
        <p:spPr>
          <a:xfrm>
            <a:off x="7926265" y="2813156"/>
            <a:ext cx="720000" cy="720000"/>
          </a:xfrm>
          <a:prstGeom prst="mathMultiply">
            <a:avLst>
              <a:gd name="adj1" fmla="val 879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567FEF0-F59E-DF5A-9491-6D85407B8E3A}"/>
                  </a:ext>
                </a:extLst>
              </p:cNvPr>
              <p:cNvSpPr txBox="1"/>
              <p:nvPr/>
            </p:nvSpPr>
            <p:spPr>
              <a:xfrm>
                <a:off x="783479" y="2615081"/>
                <a:ext cx="5207095" cy="477888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.</m:t>
                          </m:r>
                          <m: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𝑙</m:t>
                          </m:r>
                        </m:sub>
                      </m:sSub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=(0,…,</m:t>
                      </m:r>
                      <m:sSub>
                        <m:sSubPr>
                          <m:ctrl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𝑠</m:t>
                          </m:r>
                        </m:e>
                        <m:sub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𝑙</m:t>
                          </m:r>
                        </m:sub>
                      </m:sSub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,</m:t>
                      </m:r>
                      <m:sSub>
                        <m:sSubPr>
                          <m:ctrlP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𝑡</m:t>
                          </m:r>
                        </m:e>
                        <m:sub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𝐿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−1−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𝑙</m:t>
                          </m:r>
                        </m:sub>
                      </m:sSub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,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…,</m:t>
                      </m:r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0)</m:t>
                      </m:r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8567FEF0-F59E-DF5A-9491-6D85407B8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79" y="2615081"/>
                <a:ext cx="5207095" cy="477888"/>
              </a:xfrm>
              <a:prstGeom prst="rect">
                <a:avLst/>
              </a:prstGeom>
              <a:blipFill>
                <a:blip r:embed="rId18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815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5" grpId="0"/>
      <p:bldP spid="206" grpId="0"/>
      <p:bldP spid="23" grpId="0"/>
      <p:bldP spid="24" grpId="0"/>
      <p:bldP spid="25" grpId="0"/>
      <p:bldP spid="34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9D3F2-1487-8B4E-BDF2-D8E951C6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Conexão Reta Unidirecional 211">
            <a:extLst>
              <a:ext uri="{FF2B5EF4-FFF2-40B4-BE49-F238E27FC236}">
                <a16:creationId xmlns:a16="http://schemas.microsoft.com/office/drawing/2014/main" id="{DB488C3A-C5F3-35DD-8C08-67115DC11A1E}"/>
              </a:ext>
            </a:extLst>
          </p:cNvPr>
          <p:cNvCxnSpPr>
            <a:cxnSpLocks/>
            <a:stCxn id="159" idx="5"/>
            <a:endCxn id="154" idx="0"/>
          </p:cNvCxnSpPr>
          <p:nvPr/>
        </p:nvCxnSpPr>
        <p:spPr>
          <a:xfrm>
            <a:off x="6902052" y="2346394"/>
            <a:ext cx="958191" cy="292084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exão Reta Unidirecional 212">
            <a:extLst>
              <a:ext uri="{FF2B5EF4-FFF2-40B4-BE49-F238E27FC236}">
                <a16:creationId xmlns:a16="http://schemas.microsoft.com/office/drawing/2014/main" id="{F8309887-FFB2-78D5-B78F-D0AEE222A992}"/>
              </a:ext>
            </a:extLst>
          </p:cNvPr>
          <p:cNvCxnSpPr>
            <a:cxnSpLocks/>
          </p:cNvCxnSpPr>
          <p:nvPr/>
        </p:nvCxnSpPr>
        <p:spPr>
          <a:xfrm flipV="1">
            <a:off x="7860243" y="2637219"/>
            <a:ext cx="1013581" cy="0"/>
          </a:xfrm>
          <a:prstGeom prst="straightConnector1">
            <a:avLst/>
          </a:prstGeom>
          <a:ln w="38100">
            <a:solidFill>
              <a:srgbClr val="CA8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0D452032-617D-866F-9A14-005D4E39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Integral Monte Carlo </a:t>
            </a:r>
            <a:r>
              <a:rPr lang="en-GB" sz="3200" dirty="0"/>
              <a:t>- bidirectional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8D54918-2779-E202-6322-045B59DC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EEE079F-08C2-43F4-6500-9DDFA18A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16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EEAB82C-4D8C-40C8-D8A2-4E32E0F92881}"/>
                  </a:ext>
                </a:extLst>
              </p:cNvPr>
              <p:cNvSpPr txBox="1"/>
              <p:nvPr/>
            </p:nvSpPr>
            <p:spPr>
              <a:xfrm>
                <a:off x="783479" y="1368909"/>
                <a:ext cx="5207095" cy="1131143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𝐼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𝑙</m:t>
                              </m:r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𝐿</m:t>
                              </m:r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−1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fPr>
                                <m:num>
                                  <m: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𝑖</m:t>
                                          </m:r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,</m:t>
                                          </m:r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𝑖</m:t>
                                          </m:r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,</m:t>
                                          </m:r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EEAB82C-4D8C-40C8-D8A2-4E32E0F92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79" y="1368909"/>
                <a:ext cx="5207095" cy="1131143"/>
              </a:xfrm>
              <a:prstGeom prst="rect">
                <a:avLst/>
              </a:prstGeom>
              <a:blipFill>
                <a:blip r:embed="rId3"/>
                <a:stretch>
                  <a:fillRect t="-103371" b="-1595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!!Integrand">
            <a:extLst>
              <a:ext uri="{FF2B5EF4-FFF2-40B4-BE49-F238E27FC236}">
                <a16:creationId xmlns:a16="http://schemas.microsoft.com/office/drawing/2014/main" id="{61002EC8-CCB6-DF85-3434-0971751CE235}"/>
              </a:ext>
            </a:extLst>
          </p:cNvPr>
          <p:cNvGrpSpPr/>
          <p:nvPr/>
        </p:nvGrpSpPr>
        <p:grpSpPr>
          <a:xfrm>
            <a:off x="6598148" y="1595628"/>
            <a:ext cx="3522693" cy="2991959"/>
            <a:chOff x="8146532" y="205740"/>
            <a:chExt cx="3522693" cy="29919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FAB1DB0F-B26A-26A4-BFBE-5B4BE65FDECD}"/>
                    </a:ext>
                  </a:extLst>
                </p:cNvPr>
                <p:cNvSpPr txBox="1"/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8" name="CaixaDeTexto 97">
                  <a:extLst>
                    <a:ext uri="{FF2B5EF4-FFF2-40B4-BE49-F238E27FC236}">
                      <a16:creationId xmlns:a16="http://schemas.microsoft.com/office/drawing/2014/main" id="{FAB1DB0F-B26A-26A4-BFBE-5B4BE65FDE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633" y="205740"/>
                  <a:ext cx="445045" cy="471539"/>
                </a:xfrm>
                <a:prstGeom prst="rect">
                  <a:avLst/>
                </a:prstGeom>
                <a:blipFill>
                  <a:blip r:embed="rId4"/>
                  <a:stretch>
                    <a:fillRect l="-2778" t="-10526" r="-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5C9A4BFB-2739-CE66-237F-479BA955AB78}"/>
                    </a:ext>
                  </a:extLst>
                </p:cNvPr>
                <p:cNvSpPr txBox="1"/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9" name="CaixaDeTexto 98">
                  <a:extLst>
                    <a:ext uri="{FF2B5EF4-FFF2-40B4-BE49-F238E27FC236}">
                      <a16:creationId xmlns:a16="http://schemas.microsoft.com/office/drawing/2014/main" id="{5C9A4BFB-2739-CE66-237F-479BA955AB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529" y="205740"/>
                  <a:ext cx="445045" cy="471539"/>
                </a:xfrm>
                <a:prstGeom prst="rect">
                  <a:avLst/>
                </a:prstGeom>
                <a:blipFill>
                  <a:blip r:embed="rId5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Agrupar 99">
              <a:extLst>
                <a:ext uri="{FF2B5EF4-FFF2-40B4-BE49-F238E27FC236}">
                  <a16:creationId xmlns:a16="http://schemas.microsoft.com/office/drawing/2014/main" id="{12EF6B04-F40F-C93B-E8A4-53546A73C260}"/>
                </a:ext>
              </a:extLst>
            </p:cNvPr>
            <p:cNvGrpSpPr/>
            <p:nvPr/>
          </p:nvGrpSpPr>
          <p:grpSpPr>
            <a:xfrm>
              <a:off x="8146532" y="610545"/>
              <a:ext cx="531439" cy="361777"/>
              <a:chOff x="5419646" y="4385129"/>
              <a:chExt cx="531439" cy="361777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7549565D-D6E5-6263-D6AD-0AE3537DBA89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0" name="CaixaDeTexto 159">
                <a:extLst>
                  <a:ext uri="{FF2B5EF4-FFF2-40B4-BE49-F238E27FC236}">
                    <a16:creationId xmlns:a16="http://schemas.microsoft.com/office/drawing/2014/main" id="{C770A41C-107B-25A3-69BE-824A1BD36C78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p:grpSp>
          <p:nvGrpSpPr>
            <p:cNvPr id="101" name="Agrupar 100">
              <a:extLst>
                <a:ext uri="{FF2B5EF4-FFF2-40B4-BE49-F238E27FC236}">
                  <a16:creationId xmlns:a16="http://schemas.microsoft.com/office/drawing/2014/main" id="{0E845B68-E218-E076-3C3B-316E52C869EA}"/>
                </a:ext>
              </a:extLst>
            </p:cNvPr>
            <p:cNvGrpSpPr/>
            <p:nvPr/>
          </p:nvGrpSpPr>
          <p:grpSpPr>
            <a:xfrm>
              <a:off x="9142907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33" name="Agrupar 132">
                <a:extLst>
                  <a:ext uri="{FF2B5EF4-FFF2-40B4-BE49-F238E27FC236}">
                    <a16:creationId xmlns:a16="http://schemas.microsoft.com/office/drawing/2014/main" id="{2A7D0CB0-D10B-14C8-6D36-01866CEADDE7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47" name="Agrupar 146">
                  <a:extLst>
                    <a:ext uri="{FF2B5EF4-FFF2-40B4-BE49-F238E27FC236}">
                      <a16:creationId xmlns:a16="http://schemas.microsoft.com/office/drawing/2014/main" id="{5970FF31-27EC-3A65-8325-0EAC466BF4BE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7" name="CaixaDeTexto 156">
                    <a:extLst>
                      <a:ext uri="{FF2B5EF4-FFF2-40B4-BE49-F238E27FC236}">
                        <a16:creationId xmlns:a16="http://schemas.microsoft.com/office/drawing/2014/main" id="{68274D58-DD35-4609-3F9C-A77168F7DF26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50870720-8F6C-0B72-C318-40941BA91A1E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148" name="Agrupar 147">
                  <a:extLst>
                    <a:ext uri="{FF2B5EF4-FFF2-40B4-BE49-F238E27FC236}">
                      <a16:creationId xmlns:a16="http://schemas.microsoft.com/office/drawing/2014/main" id="{838A6060-5522-0AFE-8E59-91D20B9DCCA5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5" name="Oval 154">
                    <a:extLst>
                      <a:ext uri="{FF2B5EF4-FFF2-40B4-BE49-F238E27FC236}">
                        <a16:creationId xmlns:a16="http://schemas.microsoft.com/office/drawing/2014/main" id="{727E91ED-5A45-87ED-DF50-0E426DA73C9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6" name="CaixaDeTexto 155">
                    <a:extLst>
                      <a:ext uri="{FF2B5EF4-FFF2-40B4-BE49-F238E27FC236}">
                        <a16:creationId xmlns:a16="http://schemas.microsoft.com/office/drawing/2014/main" id="{84634F27-5DB6-13C5-913B-5EC4A45283DA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49" name="Agrupar 148">
                  <a:extLst>
                    <a:ext uri="{FF2B5EF4-FFF2-40B4-BE49-F238E27FC236}">
                      <a16:creationId xmlns:a16="http://schemas.microsoft.com/office/drawing/2014/main" id="{7F0CF0C9-AE0B-205C-9097-657BDA7A3579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63C60F74-A9D3-E7E7-4B54-5DB7C2B93DA0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4" name="CaixaDeTexto 153">
                    <a:extLst>
                      <a:ext uri="{FF2B5EF4-FFF2-40B4-BE49-F238E27FC236}">
                        <a16:creationId xmlns:a16="http://schemas.microsoft.com/office/drawing/2014/main" id="{85508E9A-357C-D142-81BE-298A9A50546D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50" name="Agrupar 149">
                  <a:extLst>
                    <a:ext uri="{FF2B5EF4-FFF2-40B4-BE49-F238E27FC236}">
                      <a16:creationId xmlns:a16="http://schemas.microsoft.com/office/drawing/2014/main" id="{EF9AE85A-729A-724E-2D8D-5F161DC3353B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51" name="Oval 150">
                    <a:extLst>
                      <a:ext uri="{FF2B5EF4-FFF2-40B4-BE49-F238E27FC236}">
                        <a16:creationId xmlns:a16="http://schemas.microsoft.com/office/drawing/2014/main" id="{CA6589D7-FFCF-FF73-524E-5529D5886DE0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52" name="CaixaDeTexto 151">
                    <a:extLst>
                      <a:ext uri="{FF2B5EF4-FFF2-40B4-BE49-F238E27FC236}">
                        <a16:creationId xmlns:a16="http://schemas.microsoft.com/office/drawing/2014/main" id="{0A621DE1-3C71-F1EB-B1C4-8D3A2D99D77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34" name="Agrupar 133">
                <a:extLst>
                  <a:ext uri="{FF2B5EF4-FFF2-40B4-BE49-F238E27FC236}">
                    <a16:creationId xmlns:a16="http://schemas.microsoft.com/office/drawing/2014/main" id="{0C53D14B-3EA0-6BD4-039B-08D0709630A5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35" name="Agrupar 134">
                  <a:extLst>
                    <a:ext uri="{FF2B5EF4-FFF2-40B4-BE49-F238E27FC236}">
                      <a16:creationId xmlns:a16="http://schemas.microsoft.com/office/drawing/2014/main" id="{150C7EEC-769D-33E0-0CE1-3286934A531B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8BE95A8D-3040-067D-E66A-11FE5C765B14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6" name="CaixaDeTexto 145">
                    <a:extLst>
                      <a:ext uri="{FF2B5EF4-FFF2-40B4-BE49-F238E27FC236}">
                        <a16:creationId xmlns:a16="http://schemas.microsoft.com/office/drawing/2014/main" id="{4501DA47-803F-8653-75F6-EA6064ADB156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36" name="Agrupar 135">
                  <a:extLst>
                    <a:ext uri="{FF2B5EF4-FFF2-40B4-BE49-F238E27FC236}">
                      <a16:creationId xmlns:a16="http://schemas.microsoft.com/office/drawing/2014/main" id="{A4E35277-5ED7-B85E-04BD-F785C5F6F4D5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7F45F4B8-AE18-32D3-395F-195615BC8690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4" name="CaixaDeTexto 143">
                    <a:extLst>
                      <a:ext uri="{FF2B5EF4-FFF2-40B4-BE49-F238E27FC236}">
                        <a16:creationId xmlns:a16="http://schemas.microsoft.com/office/drawing/2014/main" id="{4C0F3D0B-0A52-20FE-C47A-C7337CCDDF8D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37" name="Agrupar 136">
                  <a:extLst>
                    <a:ext uri="{FF2B5EF4-FFF2-40B4-BE49-F238E27FC236}">
                      <a16:creationId xmlns:a16="http://schemas.microsoft.com/office/drawing/2014/main" id="{34CECF51-30F8-D140-3DAF-45E82A9AE4DD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41" name="Oval 140">
                    <a:extLst>
                      <a:ext uri="{FF2B5EF4-FFF2-40B4-BE49-F238E27FC236}">
                        <a16:creationId xmlns:a16="http://schemas.microsoft.com/office/drawing/2014/main" id="{57BB20BA-916B-3977-F8FE-2A654DC27FA0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2" name="CaixaDeTexto 141">
                    <a:extLst>
                      <a:ext uri="{FF2B5EF4-FFF2-40B4-BE49-F238E27FC236}">
                        <a16:creationId xmlns:a16="http://schemas.microsoft.com/office/drawing/2014/main" id="{E5239638-CC42-3EDA-D342-24B3D535BDE1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38" name="Agrupar 137">
                  <a:extLst>
                    <a:ext uri="{FF2B5EF4-FFF2-40B4-BE49-F238E27FC236}">
                      <a16:creationId xmlns:a16="http://schemas.microsoft.com/office/drawing/2014/main" id="{C24CA772-1B0E-3E3D-786B-E60CB5F5C64D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9" name="Oval 138">
                    <a:extLst>
                      <a:ext uri="{FF2B5EF4-FFF2-40B4-BE49-F238E27FC236}">
                        <a16:creationId xmlns:a16="http://schemas.microsoft.com/office/drawing/2014/main" id="{77475EAB-7D9D-A444-B4D4-5EDB1EB9091D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0" name="CaixaDeTexto 139">
                    <a:extLst>
                      <a:ext uri="{FF2B5EF4-FFF2-40B4-BE49-F238E27FC236}">
                        <a16:creationId xmlns:a16="http://schemas.microsoft.com/office/drawing/2014/main" id="{AA6A706A-1119-837B-4F54-C7CC8FC308F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2" name="Agrupar 101">
              <a:extLst>
                <a:ext uri="{FF2B5EF4-FFF2-40B4-BE49-F238E27FC236}">
                  <a16:creationId xmlns:a16="http://schemas.microsoft.com/office/drawing/2014/main" id="{76560990-C7E1-BA61-E2DF-F0114C9DEE40}"/>
                </a:ext>
              </a:extLst>
            </p:cNvPr>
            <p:cNvGrpSpPr/>
            <p:nvPr/>
          </p:nvGrpSpPr>
          <p:grpSpPr>
            <a:xfrm>
              <a:off x="10139992" y="610545"/>
              <a:ext cx="538759" cy="2587154"/>
              <a:chOff x="5829570" y="2744755"/>
              <a:chExt cx="538759" cy="2587154"/>
            </a:xfrm>
          </p:grpSpPr>
          <p:grpSp>
            <p:nvGrpSpPr>
              <p:cNvPr id="107" name="Agrupar 106">
                <a:extLst>
                  <a:ext uri="{FF2B5EF4-FFF2-40B4-BE49-F238E27FC236}">
                    <a16:creationId xmlns:a16="http://schemas.microsoft.com/office/drawing/2014/main" id="{54469848-A05F-50A4-403B-2A9F6F52ED58}"/>
                  </a:ext>
                </a:extLst>
              </p:cNvPr>
              <p:cNvGrpSpPr/>
              <p:nvPr/>
            </p:nvGrpSpPr>
            <p:grpSpPr>
              <a:xfrm>
                <a:off x="5829570" y="2744755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21" name="Agrupar 120">
                  <a:extLst>
                    <a:ext uri="{FF2B5EF4-FFF2-40B4-BE49-F238E27FC236}">
                      <a16:creationId xmlns:a16="http://schemas.microsoft.com/office/drawing/2014/main" id="{5FAC55CC-FE41-1C12-D0B4-40FA28D8EC66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31" name="Oval 130">
                    <a:extLst>
                      <a:ext uri="{FF2B5EF4-FFF2-40B4-BE49-F238E27FC236}">
                        <a16:creationId xmlns:a16="http://schemas.microsoft.com/office/drawing/2014/main" id="{804E3F37-D305-98FE-0705-FC1E7D548965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2" name="CaixaDeTexto 131">
                    <a:extLst>
                      <a:ext uri="{FF2B5EF4-FFF2-40B4-BE49-F238E27FC236}">
                        <a16:creationId xmlns:a16="http://schemas.microsoft.com/office/drawing/2014/main" id="{365A0FEB-53BA-FB83-023C-523B92C37B13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000</a:t>
                    </a:r>
                  </a:p>
                </p:txBody>
              </p:sp>
            </p:grpSp>
            <p:grpSp>
              <p:nvGrpSpPr>
                <p:cNvPr id="122" name="Agrupar 121">
                  <a:extLst>
                    <a:ext uri="{FF2B5EF4-FFF2-40B4-BE49-F238E27FC236}">
                      <a16:creationId xmlns:a16="http://schemas.microsoft.com/office/drawing/2014/main" id="{81C4C078-12D2-0B63-D105-E1B0B63AE64B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9F4A71AB-0630-6703-A82D-62E625FC8966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30" name="CaixaDeTexto 129">
                    <a:extLst>
                      <a:ext uri="{FF2B5EF4-FFF2-40B4-BE49-F238E27FC236}">
                        <a16:creationId xmlns:a16="http://schemas.microsoft.com/office/drawing/2014/main" id="{C3ED82CC-3710-BFDA-7179-D176F4761E51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001</a:t>
                    </a:r>
                  </a:p>
                </p:txBody>
              </p:sp>
            </p:grpSp>
            <p:grpSp>
              <p:nvGrpSpPr>
                <p:cNvPr id="123" name="Agrupar 122">
                  <a:extLst>
                    <a:ext uri="{FF2B5EF4-FFF2-40B4-BE49-F238E27FC236}">
                      <a16:creationId xmlns:a16="http://schemas.microsoft.com/office/drawing/2014/main" id="{1A32C2AD-785E-9E9E-439F-58517ACF938E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66CC348B-893C-B474-CCBC-DE77C827FBAD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8" name="CaixaDeTexto 127">
                    <a:extLst>
                      <a:ext uri="{FF2B5EF4-FFF2-40B4-BE49-F238E27FC236}">
                        <a16:creationId xmlns:a16="http://schemas.microsoft.com/office/drawing/2014/main" id="{B3B83FDD-FFFB-F255-53CB-C5A9A22D0953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010</a:t>
                    </a:r>
                  </a:p>
                </p:txBody>
              </p:sp>
            </p:grpSp>
            <p:grpSp>
              <p:nvGrpSpPr>
                <p:cNvPr id="124" name="Agrupar 123">
                  <a:extLst>
                    <a:ext uri="{FF2B5EF4-FFF2-40B4-BE49-F238E27FC236}">
                      <a16:creationId xmlns:a16="http://schemas.microsoft.com/office/drawing/2014/main" id="{ADFB3F1C-C5D6-CC61-4F91-CC1CD5A49E94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5B1CC2E8-086C-C4CA-29C5-32A4DB91E215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6" name="CaixaDeTexto 125">
                    <a:extLst>
                      <a:ext uri="{FF2B5EF4-FFF2-40B4-BE49-F238E27FC236}">
                        <a16:creationId xmlns:a16="http://schemas.microsoft.com/office/drawing/2014/main" id="{1946049B-38CE-892B-7884-957607381F7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011</a:t>
                    </a:r>
                  </a:p>
                </p:txBody>
              </p:sp>
            </p:grpSp>
          </p:grpSp>
          <p:grpSp>
            <p:nvGrpSpPr>
              <p:cNvPr id="108" name="Agrupar 107">
                <a:extLst>
                  <a:ext uri="{FF2B5EF4-FFF2-40B4-BE49-F238E27FC236}">
                    <a16:creationId xmlns:a16="http://schemas.microsoft.com/office/drawing/2014/main" id="{8A41D665-93A8-6B89-2ED7-9D07EA93C31E}"/>
                  </a:ext>
                </a:extLst>
              </p:cNvPr>
              <p:cNvGrpSpPr/>
              <p:nvPr/>
            </p:nvGrpSpPr>
            <p:grpSpPr>
              <a:xfrm>
                <a:off x="5836180" y="4011332"/>
                <a:ext cx="532149" cy="1320577"/>
                <a:chOff x="5829570" y="2744755"/>
                <a:chExt cx="532149" cy="1320577"/>
              </a:xfrm>
            </p:grpSpPr>
            <p:grpSp>
              <p:nvGrpSpPr>
                <p:cNvPr id="109" name="Agrupar 108">
                  <a:extLst>
                    <a:ext uri="{FF2B5EF4-FFF2-40B4-BE49-F238E27FC236}">
                      <a16:creationId xmlns:a16="http://schemas.microsoft.com/office/drawing/2014/main" id="{0B6AC1D0-F234-17C8-D5C1-F115D8369613}"/>
                    </a:ext>
                  </a:extLst>
                </p:cNvPr>
                <p:cNvGrpSpPr/>
                <p:nvPr/>
              </p:nvGrpSpPr>
              <p:grpSpPr>
                <a:xfrm>
                  <a:off x="5830280" y="27447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BE5B6F7D-7040-AC14-A0D3-93810405634F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20" name="CaixaDeTexto 119">
                    <a:extLst>
                      <a:ext uri="{FF2B5EF4-FFF2-40B4-BE49-F238E27FC236}">
                        <a16:creationId xmlns:a16="http://schemas.microsoft.com/office/drawing/2014/main" id="{6C2A43CD-B1AF-F5FB-C314-A7B3945C103A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100</a:t>
                    </a:r>
                  </a:p>
                </p:txBody>
              </p:sp>
            </p:grpSp>
            <p:grpSp>
              <p:nvGrpSpPr>
                <p:cNvPr id="110" name="Agrupar 109">
                  <a:extLst>
                    <a:ext uri="{FF2B5EF4-FFF2-40B4-BE49-F238E27FC236}">
                      <a16:creationId xmlns:a16="http://schemas.microsoft.com/office/drawing/2014/main" id="{EEAF8677-A04B-6F9A-3448-288D8D46C476}"/>
                    </a:ext>
                  </a:extLst>
                </p:cNvPr>
                <p:cNvGrpSpPr/>
                <p:nvPr/>
              </p:nvGrpSpPr>
              <p:grpSpPr>
                <a:xfrm>
                  <a:off x="5830280" y="3067223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A21E37CF-6E9A-9256-F75C-6218758F5D1C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8" name="CaixaDeTexto 117">
                    <a:extLst>
                      <a:ext uri="{FF2B5EF4-FFF2-40B4-BE49-F238E27FC236}">
                        <a16:creationId xmlns:a16="http://schemas.microsoft.com/office/drawing/2014/main" id="{5F81556D-7F66-D1B5-2277-F2215DD412A5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101</a:t>
                    </a:r>
                  </a:p>
                </p:txBody>
              </p:sp>
            </p:grpSp>
            <p:grpSp>
              <p:nvGrpSpPr>
                <p:cNvPr id="111" name="Agrupar 110">
                  <a:extLst>
                    <a:ext uri="{FF2B5EF4-FFF2-40B4-BE49-F238E27FC236}">
                      <a16:creationId xmlns:a16="http://schemas.microsoft.com/office/drawing/2014/main" id="{04C5FCF1-7EA2-3E94-7BBB-50D5E4D72494}"/>
                    </a:ext>
                  </a:extLst>
                </p:cNvPr>
                <p:cNvGrpSpPr/>
                <p:nvPr/>
              </p:nvGrpSpPr>
              <p:grpSpPr>
                <a:xfrm>
                  <a:off x="5829570" y="3382800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F000A75E-5BA1-8420-9E68-B17F17724E6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6" name="CaixaDeTexto 115">
                    <a:extLst>
                      <a:ext uri="{FF2B5EF4-FFF2-40B4-BE49-F238E27FC236}">
                        <a16:creationId xmlns:a16="http://schemas.microsoft.com/office/drawing/2014/main" id="{AB2D05A8-904C-54DA-9B2D-00EDFDAEC855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110</a:t>
                    </a:r>
                  </a:p>
                </p:txBody>
              </p:sp>
            </p:grpSp>
            <p:grpSp>
              <p:nvGrpSpPr>
                <p:cNvPr id="112" name="Agrupar 111">
                  <a:extLst>
                    <a:ext uri="{FF2B5EF4-FFF2-40B4-BE49-F238E27FC236}">
                      <a16:creationId xmlns:a16="http://schemas.microsoft.com/office/drawing/2014/main" id="{D6DFEDD7-7E8E-8F1D-C87F-20DE148E0DF6}"/>
                    </a:ext>
                  </a:extLst>
                </p:cNvPr>
                <p:cNvGrpSpPr/>
                <p:nvPr/>
              </p:nvGrpSpPr>
              <p:grpSpPr>
                <a:xfrm>
                  <a:off x="5829570" y="3703555"/>
                  <a:ext cx="531439" cy="361777"/>
                  <a:chOff x="5419646" y="4385129"/>
                  <a:chExt cx="531439" cy="361777"/>
                </a:xfrm>
              </p:grpSpPr>
              <p:sp>
                <p:nvSpPr>
                  <p:cNvPr id="113" name="Oval 112">
                    <a:extLst>
                      <a:ext uri="{FF2B5EF4-FFF2-40B4-BE49-F238E27FC236}">
                        <a16:creationId xmlns:a16="http://schemas.microsoft.com/office/drawing/2014/main" id="{2090C249-6736-C009-7248-84B1D0BB453A}"/>
                      </a:ext>
                    </a:extLst>
                  </p:cNvPr>
                  <p:cNvSpPr/>
                  <p:nvPr/>
                </p:nvSpPr>
                <p:spPr>
                  <a:xfrm>
                    <a:off x="5631366" y="4638906"/>
                    <a:ext cx="108000" cy="108000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4" name="CaixaDeTexto 113">
                    <a:extLst>
                      <a:ext uri="{FF2B5EF4-FFF2-40B4-BE49-F238E27FC236}">
                        <a16:creationId xmlns:a16="http://schemas.microsoft.com/office/drawing/2014/main" id="{E0A01C9D-10BB-E63B-37FE-AE1D2637658C}"/>
                      </a:ext>
                    </a:extLst>
                  </p:cNvPr>
                  <p:cNvSpPr txBox="1"/>
                  <p:nvPr/>
                </p:nvSpPr>
                <p:spPr>
                  <a:xfrm>
                    <a:off x="5419646" y="4385129"/>
                    <a:ext cx="53143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1400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a:t>111</a:t>
                    </a:r>
                  </a:p>
                </p:txBody>
              </p:sp>
            </p:grpSp>
          </p:grpSp>
        </p:grpSp>
        <p:grpSp>
          <p:nvGrpSpPr>
            <p:cNvPr id="103" name="Agrupar 102">
              <a:extLst>
                <a:ext uri="{FF2B5EF4-FFF2-40B4-BE49-F238E27FC236}">
                  <a16:creationId xmlns:a16="http://schemas.microsoft.com/office/drawing/2014/main" id="{923AC008-EC4B-3EE4-C6E1-2297A5AA5392}"/>
                </a:ext>
              </a:extLst>
            </p:cNvPr>
            <p:cNvGrpSpPr/>
            <p:nvPr/>
          </p:nvGrpSpPr>
          <p:grpSpPr>
            <a:xfrm>
              <a:off x="11137786" y="610545"/>
              <a:ext cx="531439" cy="361777"/>
              <a:chOff x="5419646" y="4385129"/>
              <a:chExt cx="531439" cy="361777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8B848DE1-99E7-9CE4-085E-B99F696F9A6B}"/>
                  </a:ext>
                </a:extLst>
              </p:cNvPr>
              <p:cNvSpPr/>
              <p:nvPr/>
            </p:nvSpPr>
            <p:spPr>
              <a:xfrm>
                <a:off x="5631366" y="4638906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CaixaDeTexto 105">
                <a:extLst>
                  <a:ext uri="{FF2B5EF4-FFF2-40B4-BE49-F238E27FC236}">
                    <a16:creationId xmlns:a16="http://schemas.microsoft.com/office/drawing/2014/main" id="{8228B4F3-530E-CAD9-C5F4-0CA51CD32BA9}"/>
                  </a:ext>
                </a:extLst>
              </p:cNvPr>
              <p:cNvSpPr txBox="1"/>
              <p:nvPr/>
            </p:nvSpPr>
            <p:spPr>
              <a:xfrm>
                <a:off x="5419646" y="4385129"/>
                <a:ext cx="531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000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886CE80E-7E90-E2AC-E306-2C2D73330A29}"/>
                    </a:ext>
                  </a:extLst>
                </p:cNvPr>
                <p:cNvSpPr txBox="1"/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4" name="CaixaDeTexto 103">
                  <a:extLst>
                    <a:ext uri="{FF2B5EF4-FFF2-40B4-BE49-F238E27FC236}">
                      <a16:creationId xmlns:a16="http://schemas.microsoft.com/office/drawing/2014/main" id="{886CE80E-7E90-E2AC-E306-2C2D73330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6014" y="205740"/>
                  <a:ext cx="445045" cy="471539"/>
                </a:xfrm>
                <a:prstGeom prst="rect">
                  <a:avLst/>
                </a:prstGeom>
                <a:blipFill>
                  <a:blip r:embed="rId6"/>
                  <a:stretch>
                    <a:fillRect l="-2778" t="-10526" r="-8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Agrupar 160">
            <a:extLst>
              <a:ext uri="{FF2B5EF4-FFF2-40B4-BE49-F238E27FC236}">
                <a16:creationId xmlns:a16="http://schemas.microsoft.com/office/drawing/2014/main" id="{D004621E-243E-3700-4481-BDD60BF1C56F}"/>
              </a:ext>
            </a:extLst>
          </p:cNvPr>
          <p:cNvGrpSpPr/>
          <p:nvPr/>
        </p:nvGrpSpPr>
        <p:grpSpPr>
          <a:xfrm>
            <a:off x="8221539" y="5068223"/>
            <a:ext cx="360000" cy="955256"/>
            <a:chOff x="2195906" y="4946709"/>
            <a:chExt cx="360000" cy="955256"/>
          </a:xfrm>
        </p:grpSpPr>
        <p:grpSp>
          <p:nvGrpSpPr>
            <p:cNvPr id="162" name="!!Gate4">
              <a:extLst>
                <a:ext uri="{FF2B5EF4-FFF2-40B4-BE49-F238E27FC236}">
                  <a16:creationId xmlns:a16="http://schemas.microsoft.com/office/drawing/2014/main" id="{FE12F601-2B05-EDDD-E2A9-686CFF7D202F}"/>
                </a:ext>
              </a:extLst>
            </p:cNvPr>
            <p:cNvGrpSpPr/>
            <p:nvPr/>
          </p:nvGrpSpPr>
          <p:grpSpPr>
            <a:xfrm>
              <a:off x="2195906" y="4985665"/>
              <a:ext cx="360000" cy="916300"/>
              <a:chOff x="2118732" y="2261831"/>
              <a:chExt cx="360000" cy="916300"/>
            </a:xfrm>
          </p:grpSpPr>
          <p:cxnSp>
            <p:nvCxnSpPr>
              <p:cNvPr id="166" name="Conexão Reta 165">
                <a:extLst>
                  <a:ext uri="{FF2B5EF4-FFF2-40B4-BE49-F238E27FC236}">
                    <a16:creationId xmlns:a16="http://schemas.microsoft.com/office/drawing/2014/main" id="{1D65227C-9ACB-2847-124E-1973F89E76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exão Reta 166">
                <a:extLst>
                  <a:ext uri="{FF2B5EF4-FFF2-40B4-BE49-F238E27FC236}">
                    <a16:creationId xmlns:a16="http://schemas.microsoft.com/office/drawing/2014/main" id="{94CEEEE6-A53E-2B8F-1075-C924A619F3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4604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Conexão Reta 167">
                <a:extLst>
                  <a:ext uri="{FF2B5EF4-FFF2-40B4-BE49-F238E27FC236}">
                    <a16:creationId xmlns:a16="http://schemas.microsoft.com/office/drawing/2014/main" id="{A6DA3F5E-72D5-4EDD-16E5-B46050DA5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78131"/>
                <a:ext cx="36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2E3F876-6A17-BF5D-0BEA-8A166C08CF7B}"/>
                </a:ext>
              </a:extLst>
            </p:cNvPr>
            <p:cNvSpPr/>
            <p:nvPr/>
          </p:nvSpPr>
          <p:spPr>
            <a:xfrm>
              <a:off x="2328421" y="4946709"/>
              <a:ext cx="108000" cy="10800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4" name="Ou 163">
              <a:extLst>
                <a:ext uri="{FF2B5EF4-FFF2-40B4-BE49-F238E27FC236}">
                  <a16:creationId xmlns:a16="http://schemas.microsoft.com/office/drawing/2014/main" id="{140FD35F-AE9D-39B1-16D6-2A3E60357C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10421" y="5396805"/>
              <a:ext cx="144000" cy="144000"/>
            </a:xfrm>
            <a:prstGeom prst="flowChartOr">
              <a:avLst/>
            </a:prstGeom>
            <a:solidFill>
              <a:srgbClr val="9E8679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5" name="Conexão Reta 164">
              <a:extLst>
                <a:ext uri="{FF2B5EF4-FFF2-40B4-BE49-F238E27FC236}">
                  <a16:creationId xmlns:a16="http://schemas.microsoft.com/office/drawing/2014/main" id="{F95EFC54-F3BB-C3F8-2A6E-B0CFC4573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2421" y="4993865"/>
              <a:ext cx="1894" cy="468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798847D5-80E0-0E8E-66BA-02FEE493D84B}"/>
              </a:ext>
            </a:extLst>
          </p:cNvPr>
          <p:cNvGrpSpPr/>
          <p:nvPr/>
        </p:nvGrpSpPr>
        <p:grpSpPr>
          <a:xfrm>
            <a:off x="7051209" y="5108993"/>
            <a:ext cx="108000" cy="929523"/>
            <a:chOff x="2118732" y="2261831"/>
            <a:chExt cx="180000" cy="929523"/>
          </a:xfrm>
        </p:grpSpPr>
        <p:cxnSp>
          <p:nvCxnSpPr>
            <p:cNvPr id="170" name="Conexão Reta 169">
              <a:extLst>
                <a:ext uri="{FF2B5EF4-FFF2-40B4-BE49-F238E27FC236}">
                  <a16:creationId xmlns:a16="http://schemas.microsoft.com/office/drawing/2014/main" id="{F9C1B881-0F8C-4B9B-763A-941C783F7FB7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xão Reta 170">
              <a:extLst>
                <a:ext uri="{FF2B5EF4-FFF2-40B4-BE49-F238E27FC236}">
                  <a16:creationId xmlns:a16="http://schemas.microsoft.com/office/drawing/2014/main" id="{EAB1055B-1FBF-846B-C38E-0AED4D0AA1D5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xão Reta 171">
              <a:extLst>
                <a:ext uri="{FF2B5EF4-FFF2-40B4-BE49-F238E27FC236}">
                  <a16:creationId xmlns:a16="http://schemas.microsoft.com/office/drawing/2014/main" id="{3C30C93A-8B72-72A3-6CE3-1FC106051F3D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252DE6CC-6C52-428A-CC3E-AB0421161FEF}"/>
                  </a:ext>
                </a:extLst>
              </p:cNvPr>
              <p:cNvSpPr/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3" name="!!Gate1">
                <a:extLst>
                  <a:ext uri="{FF2B5EF4-FFF2-40B4-BE49-F238E27FC236}">
                    <a16:creationId xmlns:a16="http://schemas.microsoft.com/office/drawing/2014/main" id="{252DE6CC-6C52-428A-CC3E-AB0421161F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4905633"/>
                <a:ext cx="432000" cy="432000"/>
              </a:xfrm>
              <a:prstGeom prst="rect">
                <a:avLst/>
              </a:prstGeom>
              <a:blipFill>
                <a:blip r:embed="rId7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EA00A79E-5EA5-27A7-CDC8-7CE41E14A34B}"/>
                  </a:ext>
                </a:extLst>
              </p:cNvPr>
              <p:cNvSpPr/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4" name="!!Gate2">
                <a:extLst>
                  <a:ext uri="{FF2B5EF4-FFF2-40B4-BE49-F238E27FC236}">
                    <a16:creationId xmlns:a16="http://schemas.microsoft.com/office/drawing/2014/main" id="{EA00A79E-5EA5-27A7-CDC8-7CE41E14A3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379275"/>
                <a:ext cx="432000" cy="432000"/>
              </a:xfrm>
              <a:prstGeom prst="rect">
                <a:avLst/>
              </a:prstGeom>
              <a:blipFill>
                <a:blip r:embed="rId8"/>
                <a:stretch>
                  <a:fillRect l="-270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AF6FC66C-9A9E-EC38-6EE4-906ECC8E75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solidFill>
                <a:srgbClr val="686E75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5" name="!!Gate3">
                <a:extLst>
                  <a:ext uri="{FF2B5EF4-FFF2-40B4-BE49-F238E27FC236}">
                    <a16:creationId xmlns:a16="http://schemas.microsoft.com/office/drawing/2014/main" id="{AF6FC66C-9A9E-EC38-6EE4-906ECC8E7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65" y="5852918"/>
                <a:ext cx="432000" cy="43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7BEA8D34-9423-DFA3-4808-B2A8A3437315}"/>
              </a:ext>
            </a:extLst>
          </p:cNvPr>
          <p:cNvGrpSpPr/>
          <p:nvPr/>
        </p:nvGrpSpPr>
        <p:grpSpPr>
          <a:xfrm>
            <a:off x="7595632" y="5108993"/>
            <a:ext cx="108000" cy="929523"/>
            <a:chOff x="2118732" y="2261831"/>
            <a:chExt cx="180000" cy="929523"/>
          </a:xfrm>
        </p:grpSpPr>
        <p:cxnSp>
          <p:nvCxnSpPr>
            <p:cNvPr id="177" name="Conexão Reta 176">
              <a:extLst>
                <a:ext uri="{FF2B5EF4-FFF2-40B4-BE49-F238E27FC236}">
                  <a16:creationId xmlns:a16="http://schemas.microsoft.com/office/drawing/2014/main" id="{381D83C3-0C23-8487-751E-BBD91F248B41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261831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xão Reta 177">
              <a:extLst>
                <a:ext uri="{FF2B5EF4-FFF2-40B4-BE49-F238E27FC236}">
                  <a16:creationId xmlns:a16="http://schemas.microsoft.com/office/drawing/2014/main" id="{AA0448EA-1891-17EE-0E69-C5D83A96B0F7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2734343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xão Reta 178">
              <a:extLst>
                <a:ext uri="{FF2B5EF4-FFF2-40B4-BE49-F238E27FC236}">
                  <a16:creationId xmlns:a16="http://schemas.microsoft.com/office/drawing/2014/main" id="{59949107-68AA-5897-4C5B-847590F2DCB7}"/>
                </a:ext>
              </a:extLst>
            </p:cNvPr>
            <p:cNvCxnSpPr>
              <a:cxnSpLocks/>
            </p:cNvCxnSpPr>
            <p:nvPr/>
          </p:nvCxnSpPr>
          <p:spPr>
            <a:xfrm>
              <a:off x="2118732" y="3191354"/>
              <a:ext cx="1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Agrupar 179">
            <a:extLst>
              <a:ext uri="{FF2B5EF4-FFF2-40B4-BE49-F238E27FC236}">
                <a16:creationId xmlns:a16="http://schemas.microsoft.com/office/drawing/2014/main" id="{FB04F91A-C5A9-7CB4-8AB0-5305E64417E5}"/>
              </a:ext>
            </a:extLst>
          </p:cNvPr>
          <p:cNvGrpSpPr/>
          <p:nvPr/>
        </p:nvGrpSpPr>
        <p:grpSpPr>
          <a:xfrm>
            <a:off x="9095223" y="4905633"/>
            <a:ext cx="652423" cy="1379285"/>
            <a:chOff x="1635635" y="4067390"/>
            <a:chExt cx="652423" cy="1379285"/>
          </a:xfrm>
        </p:grpSpPr>
        <p:grpSp>
          <p:nvGrpSpPr>
            <p:cNvPr id="181" name="Agrupar 180">
              <a:extLst>
                <a:ext uri="{FF2B5EF4-FFF2-40B4-BE49-F238E27FC236}">
                  <a16:creationId xmlns:a16="http://schemas.microsoft.com/office/drawing/2014/main" id="{B543F5C4-D0D6-A691-3A5E-41128460F964}"/>
                </a:ext>
              </a:extLst>
            </p:cNvPr>
            <p:cNvGrpSpPr/>
            <p:nvPr/>
          </p:nvGrpSpPr>
          <p:grpSpPr>
            <a:xfrm>
              <a:off x="1635635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9" name="Conexão Reta 188">
                <a:extLst>
                  <a:ext uri="{FF2B5EF4-FFF2-40B4-BE49-F238E27FC236}">
                    <a16:creationId xmlns:a16="http://schemas.microsoft.com/office/drawing/2014/main" id="{C99F7A7D-A790-CB86-0990-ED4770E88F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exão Reta 189">
                <a:extLst>
                  <a:ext uri="{FF2B5EF4-FFF2-40B4-BE49-F238E27FC236}">
                    <a16:creationId xmlns:a16="http://schemas.microsoft.com/office/drawing/2014/main" id="{A31204F7-F9B4-628C-61C5-DEE7F35812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exão Reta 190">
                <a:extLst>
                  <a:ext uri="{FF2B5EF4-FFF2-40B4-BE49-F238E27FC236}">
                    <a16:creationId xmlns:a16="http://schemas.microsoft.com/office/drawing/2014/main" id="{491210FF-02BF-EEAB-88D7-952DF6DFEA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!!Gate1">
                  <a:extLst>
                    <a:ext uri="{FF2B5EF4-FFF2-40B4-BE49-F238E27FC236}">
                      <a16:creationId xmlns:a16="http://schemas.microsoft.com/office/drawing/2014/main" id="{263859C3-F01E-A58E-A28B-A12982586DE3}"/>
                    </a:ext>
                  </a:extLst>
                </p:cNvPr>
                <p:cNvSpPr/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2" name="!!Gate1">
                  <a:extLst>
                    <a:ext uri="{FF2B5EF4-FFF2-40B4-BE49-F238E27FC236}">
                      <a16:creationId xmlns:a16="http://schemas.microsoft.com/office/drawing/2014/main" id="{263859C3-F01E-A58E-A28B-A12982586D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067390"/>
                  <a:ext cx="432000" cy="432000"/>
                </a:xfrm>
                <a:prstGeom prst="rect">
                  <a:avLst/>
                </a:prstGeom>
                <a:blipFill>
                  <a:blip r:embed="rId10"/>
                  <a:stretch>
                    <a:fillRect l="-5263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!!Gate2">
                  <a:extLst>
                    <a:ext uri="{FF2B5EF4-FFF2-40B4-BE49-F238E27FC236}">
                      <a16:creationId xmlns:a16="http://schemas.microsoft.com/office/drawing/2014/main" id="{D870D4B3-E218-4897-8B2D-0660AD93444E}"/>
                    </a:ext>
                  </a:extLst>
                </p:cNvPr>
                <p:cNvSpPr/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3" name="!!Gate2">
                  <a:extLst>
                    <a:ext uri="{FF2B5EF4-FFF2-40B4-BE49-F238E27FC236}">
                      <a16:creationId xmlns:a16="http://schemas.microsoft.com/office/drawing/2014/main" id="{D870D4B3-E218-4897-8B2D-0660AD9344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4541032"/>
                  <a:ext cx="432000" cy="432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!!Gate3">
                  <a:extLst>
                    <a:ext uri="{FF2B5EF4-FFF2-40B4-BE49-F238E27FC236}">
                      <a16:creationId xmlns:a16="http://schemas.microsoft.com/office/drawing/2014/main" id="{3E3842FD-7260-952D-F3A3-1110BD328D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solidFill>
                  <a:srgbClr val="686E75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4" name="!!Gate3">
                  <a:extLst>
                    <a:ext uri="{FF2B5EF4-FFF2-40B4-BE49-F238E27FC236}">
                      <a16:creationId xmlns:a16="http://schemas.microsoft.com/office/drawing/2014/main" id="{3E3842FD-7260-952D-F3A3-1110BD328D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191" y="5014675"/>
                  <a:ext cx="432000" cy="432000"/>
                </a:xfrm>
                <a:prstGeom prst="rect">
                  <a:avLst/>
                </a:prstGeom>
                <a:blipFill>
                  <a:blip r:embed="rId12"/>
                  <a:stretch>
                    <a:fillRect l="-15789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5" name="Agrupar 184">
              <a:extLst>
                <a:ext uri="{FF2B5EF4-FFF2-40B4-BE49-F238E27FC236}">
                  <a16:creationId xmlns:a16="http://schemas.microsoft.com/office/drawing/2014/main" id="{D36E4BD0-313C-1F89-7C43-D0E6DF77E8E3}"/>
                </a:ext>
              </a:extLst>
            </p:cNvPr>
            <p:cNvGrpSpPr/>
            <p:nvPr/>
          </p:nvGrpSpPr>
          <p:grpSpPr>
            <a:xfrm>
              <a:off x="2180058" y="4270750"/>
              <a:ext cx="108000" cy="929523"/>
              <a:chOff x="2118732" y="2261831"/>
              <a:chExt cx="180000" cy="929523"/>
            </a:xfrm>
          </p:grpSpPr>
          <p:cxnSp>
            <p:nvCxnSpPr>
              <p:cNvPr id="186" name="Conexão Reta 185">
                <a:extLst>
                  <a:ext uri="{FF2B5EF4-FFF2-40B4-BE49-F238E27FC236}">
                    <a16:creationId xmlns:a16="http://schemas.microsoft.com/office/drawing/2014/main" id="{45A3A99D-F5F9-4D27-ED86-D078CFFD76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261831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xão Reta 186">
                <a:extLst>
                  <a:ext uri="{FF2B5EF4-FFF2-40B4-BE49-F238E27FC236}">
                    <a16:creationId xmlns:a16="http://schemas.microsoft.com/office/drawing/2014/main" id="{F545E121-F94B-16AA-E3F8-9C7249D623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2734343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exão Reta 187">
                <a:extLst>
                  <a:ext uri="{FF2B5EF4-FFF2-40B4-BE49-F238E27FC236}">
                    <a16:creationId xmlns:a16="http://schemas.microsoft.com/office/drawing/2014/main" id="{BB32ED3E-C123-ECC8-D833-77B6A3E37F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8732" y="3191354"/>
                <a:ext cx="18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1" name="Agrupar 210">
            <a:extLst>
              <a:ext uri="{FF2B5EF4-FFF2-40B4-BE49-F238E27FC236}">
                <a16:creationId xmlns:a16="http://schemas.microsoft.com/office/drawing/2014/main" id="{577C9AF3-3154-875D-FF71-FA4EE42F1220}"/>
              </a:ext>
            </a:extLst>
          </p:cNvPr>
          <p:cNvGrpSpPr/>
          <p:nvPr/>
        </p:nvGrpSpPr>
        <p:grpSpPr>
          <a:xfrm>
            <a:off x="6778430" y="4962761"/>
            <a:ext cx="233728" cy="1230914"/>
            <a:chOff x="6778430" y="4962761"/>
            <a:chExt cx="233728" cy="1230914"/>
          </a:xfrm>
        </p:grpSpPr>
        <p:sp>
          <p:nvSpPr>
            <p:cNvPr id="198" name="CaixaDeTexto 197">
              <a:extLst>
                <a:ext uri="{FF2B5EF4-FFF2-40B4-BE49-F238E27FC236}">
                  <a16:creationId xmlns:a16="http://schemas.microsoft.com/office/drawing/2014/main" id="{E6E5DA64-5732-522D-2249-56FB303950C5}"/>
                </a:ext>
              </a:extLst>
            </p:cNvPr>
            <p:cNvSpPr txBox="1"/>
            <p:nvPr/>
          </p:nvSpPr>
          <p:spPr>
            <a:xfrm>
              <a:off x="6778430" y="49627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199" name="CaixaDeTexto 198">
              <a:extLst>
                <a:ext uri="{FF2B5EF4-FFF2-40B4-BE49-F238E27FC236}">
                  <a16:creationId xmlns:a16="http://schemas.microsoft.com/office/drawing/2014/main" id="{69B201B9-9C2E-F8A7-38BF-18F37F349802}"/>
                </a:ext>
              </a:extLst>
            </p:cNvPr>
            <p:cNvSpPr txBox="1"/>
            <p:nvPr/>
          </p:nvSpPr>
          <p:spPr>
            <a:xfrm>
              <a:off x="6778430" y="54243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0" name="CaixaDeTexto 199">
              <a:extLst>
                <a:ext uri="{FF2B5EF4-FFF2-40B4-BE49-F238E27FC236}">
                  <a16:creationId xmlns:a16="http://schemas.microsoft.com/office/drawing/2014/main" id="{ECFA8BB0-F18B-1A83-DC25-733628D757A0}"/>
                </a:ext>
              </a:extLst>
            </p:cNvPr>
            <p:cNvSpPr txBox="1"/>
            <p:nvPr/>
          </p:nvSpPr>
          <p:spPr>
            <a:xfrm>
              <a:off x="6778430" y="58858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568F3E05-4D6D-5F57-AAFF-A783649344CF}"/>
                  </a:ext>
                </a:extLst>
              </p:cNvPr>
              <p:cNvSpPr txBox="1"/>
              <p:nvPr/>
            </p:nvSpPr>
            <p:spPr>
              <a:xfrm>
                <a:off x="368089" y="3281122"/>
                <a:ext cx="4013946" cy="1634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𝑝</m:t>
                    </m:r>
                    <m:d>
                      <m:dPr>
                        <m:ctrlP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=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"/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</m:ctrlPr>
                              </m:dPr>
                              <m:e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101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very small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PT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⇒</m:t>
                    </m:r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𝑝</m:t>
                    </m:r>
                    <m:d>
                      <m:dPr>
                        <m:ctrlP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pt-PT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accPr>
                          <m:e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𝑝</m:t>
                            </m:r>
                          </m:e>
                        </m:acc>
                      </m:e>
                    </m:d>
                  </m:oMath>
                </a14:m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very small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⇒</m:t>
                    </m:r>
                    <m:f>
                      <m:fPr>
                        <m:type m:val="skw"/>
                        <m:ctrlPr>
                          <a:rPr lang="pt-PT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fPr>
                      <m:num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𝑓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</m:ctrlPr>
                              </m:acc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𝑝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a:rPr lang="pt-PT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𝑝</m:t>
                        </m:r>
                        <m:d>
                          <m:dPr>
                            <m:ctrlP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</m:ctrlPr>
                              </m:acc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𝑝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very large </a:t>
                </a:r>
              </a:p>
            </p:txBody>
          </p:sp>
        </mc:Choice>
        <mc:Fallback xmlns="">
          <p:sp>
            <p:nvSpPr>
              <p:cNvPr id="205" name="CaixaDeTexto 204">
                <a:extLst>
                  <a:ext uri="{FF2B5EF4-FFF2-40B4-BE49-F238E27FC236}">
                    <a16:creationId xmlns:a16="http://schemas.microsoft.com/office/drawing/2014/main" id="{568F3E05-4D6D-5F57-AAFF-A78364934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89" y="3281122"/>
                <a:ext cx="4013946" cy="1634037"/>
              </a:xfrm>
              <a:prstGeom prst="rect">
                <a:avLst/>
              </a:prstGeom>
              <a:blipFill>
                <a:blip r:embed="rId13"/>
                <a:stretch>
                  <a:fillRect l="-6289" t="-34884" b="-58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0CC707D3-6740-E235-D5F2-78E92BB89DDC}"/>
              </a:ext>
            </a:extLst>
          </p:cNvPr>
          <p:cNvGrpSpPr/>
          <p:nvPr/>
        </p:nvGrpSpPr>
        <p:grpSpPr>
          <a:xfrm>
            <a:off x="9735558" y="4967922"/>
            <a:ext cx="233728" cy="1230914"/>
            <a:chOff x="6930830" y="5115161"/>
            <a:chExt cx="233728" cy="1230914"/>
          </a:xfrm>
        </p:grpSpPr>
        <p:sp>
          <p:nvSpPr>
            <p:cNvPr id="207" name="CaixaDeTexto 206">
              <a:extLst>
                <a:ext uri="{FF2B5EF4-FFF2-40B4-BE49-F238E27FC236}">
                  <a16:creationId xmlns:a16="http://schemas.microsoft.com/office/drawing/2014/main" id="{709F8433-7E62-96EA-8DB3-3618C8928049}"/>
                </a:ext>
              </a:extLst>
            </p:cNvPr>
            <p:cNvSpPr txBox="1"/>
            <p:nvPr/>
          </p:nvSpPr>
          <p:spPr>
            <a:xfrm>
              <a:off x="6930830" y="5115161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8" name="CaixaDeTexto 207">
              <a:extLst>
                <a:ext uri="{FF2B5EF4-FFF2-40B4-BE49-F238E27FC236}">
                  <a16:creationId xmlns:a16="http://schemas.microsoft.com/office/drawing/2014/main" id="{06355222-B197-719C-F559-DEB348E4E497}"/>
                </a:ext>
              </a:extLst>
            </p:cNvPr>
            <p:cNvSpPr txBox="1"/>
            <p:nvPr/>
          </p:nvSpPr>
          <p:spPr>
            <a:xfrm>
              <a:off x="6930830" y="5576729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  <p:sp>
          <p:nvSpPr>
            <p:cNvPr id="209" name="CaixaDeTexto 208">
              <a:extLst>
                <a:ext uri="{FF2B5EF4-FFF2-40B4-BE49-F238E27FC236}">
                  <a16:creationId xmlns:a16="http://schemas.microsoft.com/office/drawing/2014/main" id="{4A8F539E-6BF7-7987-36C7-A1F07E1D87A4}"/>
                </a:ext>
              </a:extLst>
            </p:cNvPr>
            <p:cNvSpPr txBox="1"/>
            <p:nvPr/>
          </p:nvSpPr>
          <p:spPr>
            <a:xfrm>
              <a:off x="6930830" y="6038298"/>
              <a:ext cx="2337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0</a:t>
              </a:r>
            </a:p>
          </p:txBody>
        </p:sp>
      </p:grpSp>
      <p:sp>
        <p:nvSpPr>
          <p:cNvPr id="222" name="CaixaDeTexto 221">
            <a:extLst>
              <a:ext uri="{FF2B5EF4-FFF2-40B4-BE49-F238E27FC236}">
                <a16:creationId xmlns:a16="http://schemas.microsoft.com/office/drawing/2014/main" id="{EC1EAC56-FCCD-28AB-36F5-9F7C31AB7141}"/>
              </a:ext>
            </a:extLst>
          </p:cNvPr>
          <p:cNvSpPr txBox="1"/>
          <p:nvPr/>
        </p:nvSpPr>
        <p:spPr>
          <a:xfrm>
            <a:off x="6003665" y="5269074"/>
            <a:ext cx="669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/>
              <a:t>🎥</a:t>
            </a:r>
          </a:p>
        </p:txBody>
      </p:sp>
      <p:sp>
        <p:nvSpPr>
          <p:cNvPr id="223" name="Sol 222">
            <a:extLst>
              <a:ext uri="{FF2B5EF4-FFF2-40B4-BE49-F238E27FC236}">
                <a16:creationId xmlns:a16="http://schemas.microsoft.com/office/drawing/2014/main" id="{985F3344-322A-A666-9F40-388861673A00}"/>
              </a:ext>
            </a:extLst>
          </p:cNvPr>
          <p:cNvSpPr/>
          <p:nvPr/>
        </p:nvSpPr>
        <p:spPr>
          <a:xfrm>
            <a:off x="10215340" y="5296686"/>
            <a:ext cx="659757" cy="594373"/>
          </a:xfrm>
          <a:prstGeom prst="su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exão Reta Unidirecional 7">
            <a:extLst>
              <a:ext uri="{FF2B5EF4-FFF2-40B4-BE49-F238E27FC236}">
                <a16:creationId xmlns:a16="http://schemas.microsoft.com/office/drawing/2014/main" id="{66BB66D8-4CA9-A424-D107-1F8F1B6870F0}"/>
              </a:ext>
            </a:extLst>
          </p:cNvPr>
          <p:cNvCxnSpPr>
            <a:cxnSpLocks/>
            <a:stCxn id="105" idx="3"/>
            <a:endCxn id="116" idx="0"/>
          </p:cNvCxnSpPr>
          <p:nvPr/>
        </p:nvCxnSpPr>
        <p:spPr>
          <a:xfrm flipH="1">
            <a:off x="8863938" y="2346394"/>
            <a:ext cx="953000" cy="1558661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50E9172C-7634-2D3E-DA6A-22CB737D3F41}"/>
              </a:ext>
            </a:extLst>
          </p:cNvPr>
          <p:cNvCxnSpPr>
            <a:cxnSpLocks/>
            <a:stCxn id="117" idx="2"/>
            <a:endCxn id="140" idx="2"/>
          </p:cNvCxnSpPr>
          <p:nvPr/>
        </p:nvCxnSpPr>
        <p:spPr>
          <a:xfrm flipH="1">
            <a:off x="7866853" y="3897255"/>
            <a:ext cx="943795" cy="636332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150285A2-8F4E-0B0F-080F-59CBF14B43C8}"/>
                  </a:ext>
                </a:extLst>
              </p:cNvPr>
              <p:cNvSpPr txBox="1"/>
              <p:nvPr/>
            </p:nvSpPr>
            <p:spPr>
              <a:xfrm>
                <a:off x="783479" y="2615081"/>
                <a:ext cx="5207095" cy="477888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.</m:t>
                          </m:r>
                          <m: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,</m:t>
                          </m:r>
                          <m: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𝑙</m:t>
                          </m:r>
                        </m:sub>
                      </m:sSub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=(0,…,</m:t>
                      </m:r>
                      <m:sSub>
                        <m:sSubPr>
                          <m:ctrl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𝑠</m:t>
                          </m:r>
                        </m:e>
                        <m:sub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𝑙</m:t>
                          </m:r>
                        </m:sub>
                      </m:sSub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,</m:t>
                      </m:r>
                      <m:sSub>
                        <m:sSubPr>
                          <m:ctrlPr>
                            <a:rPr lang="pt-PT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𝑡</m:t>
                          </m:r>
                        </m:e>
                        <m:sub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𝐿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−1−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𝑙</m:t>
                          </m:r>
                        </m:sub>
                      </m:sSub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,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…,</m:t>
                      </m:r>
                      <m:r>
                        <a:rPr lang="pt-PT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0)</m:t>
                      </m:r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150285A2-8F4E-0B0F-080F-59CBF14B4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479" y="2615081"/>
                <a:ext cx="5207095" cy="477888"/>
              </a:xfrm>
              <a:prstGeom prst="rect">
                <a:avLst/>
              </a:prstGeom>
              <a:blipFill>
                <a:blip r:embed="rId14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BD789E6-4866-BB03-751D-8091701BEBF4}"/>
                  </a:ext>
                </a:extLst>
              </p:cNvPr>
              <p:cNvSpPr txBox="1"/>
              <p:nvPr/>
            </p:nvSpPr>
            <p:spPr>
              <a:xfrm>
                <a:off x="9149223" y="3256829"/>
                <a:ext cx="2970979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Sup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†</m:t>
                              </m:r>
                            </m:sup>
                          </m:sSubSup>
                          <m:d>
                            <m:d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  <m:d>
                            <m:dPr>
                              <m:begChr m:val=""/>
                              <m:endChr m:val="⟩"/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=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=0.024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BD789E6-4866-BB03-751D-8091701B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223" y="3256829"/>
                <a:ext cx="2970979" cy="438005"/>
              </a:xfrm>
              <a:prstGeom prst="rect">
                <a:avLst/>
              </a:prstGeom>
              <a:blipFill>
                <a:blip r:embed="rId15"/>
                <a:stretch>
                  <a:fillRect t="-85714" b="-13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AAFB95F-F711-FEEE-A5AF-3C8A92BBE764}"/>
                  </a:ext>
                </a:extLst>
              </p:cNvPr>
              <p:cNvSpPr txBox="1"/>
              <p:nvPr/>
            </p:nvSpPr>
            <p:spPr>
              <a:xfrm>
                <a:off x="339026" y="4919396"/>
                <a:ext cx="3859247" cy="1290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PT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accPr>
                      <m:e>
                        <m:r>
                          <a:rPr lang="pt-P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𝑝</m:t>
                        </m:r>
                      </m:e>
                    </m:acc>
                    <m:r>
                      <a:rPr lang="pt-P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⊃</m:t>
                    </m:r>
                    <m:d>
                      <m:dPr>
                        <m:begChr m:val=""/>
                        <m:endChr m:val="⟩"/>
                        <m:ctrlPr>
                          <a:rPr lang="pt-PT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"/>
                            <m:ctrlP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101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has low probability,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thus it overshoots the estimator.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m:t>𝑉𝑎𝑟</m:t>
                    </m:r>
                    <m:d>
                      <m:dPr>
                        <m:ctrlPr>
                          <a:rPr lang="pt-PT" b="0" i="1" smtClean="0"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pt-PT" b="0" i="1" smtClean="0"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𝐼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increases</a:t>
                </a: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AAFB95F-F711-FEEE-A5AF-3C8A92BBE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26" y="4919396"/>
                <a:ext cx="3859247" cy="1290097"/>
              </a:xfrm>
              <a:prstGeom prst="rect">
                <a:avLst/>
              </a:prstGeom>
              <a:blipFill>
                <a:blip r:embed="rId16"/>
                <a:stretch>
                  <a:fillRect l="-1311" t="-26214" b="-58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528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  <p:bldP spid="3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2ED53-5614-2DBA-8F0F-99E0B0C27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EF596-3A7F-D19B-5622-F0B19B0F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>
            <a:normAutofit fontScale="90000"/>
          </a:bodyPr>
          <a:lstStyle/>
          <a:p>
            <a:r>
              <a:rPr lang="en-GB" dirty="0"/>
              <a:t>Path Integral Monte Carlo </a:t>
            </a:r>
            <a:r>
              <a:rPr lang="en-GB" sz="3200" dirty="0"/>
              <a:t>– M</a:t>
            </a:r>
            <a:r>
              <a:rPr lang="en-GB" sz="1800" dirty="0"/>
              <a:t>ultiple</a:t>
            </a:r>
            <a:r>
              <a:rPr lang="en-GB" sz="3200" dirty="0"/>
              <a:t> I</a:t>
            </a:r>
            <a:r>
              <a:rPr lang="en-GB" sz="1800" dirty="0"/>
              <a:t>mportance</a:t>
            </a:r>
            <a:r>
              <a:rPr lang="en-GB" sz="3200" dirty="0"/>
              <a:t> S</a:t>
            </a:r>
            <a:r>
              <a:rPr lang="en-GB" sz="1800" dirty="0"/>
              <a:t>ampling</a:t>
            </a:r>
            <a:endParaRPr lang="en-GB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6622D5F-D9D7-7513-9B06-53EA51D1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8DB3F52-48BE-5201-083E-A78E4636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17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1E93135-366B-C03C-BDEC-F2A87323864E}"/>
                  </a:ext>
                </a:extLst>
              </p:cNvPr>
              <p:cNvSpPr txBox="1"/>
              <p:nvPr/>
            </p:nvSpPr>
            <p:spPr>
              <a:xfrm>
                <a:off x="9969286" y="3611583"/>
                <a:ext cx="2059551" cy="715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sSubSup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†</m:t>
                              </m:r>
                            </m:sup>
                          </m:sSubSup>
                          <m:d>
                            <m:dPr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pt-P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DLaM Display" panose="02010000000000000000" pitchFamily="2" charset="77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box>
                            </m:e>
                          </m:d>
                          <m:d>
                            <m:dPr>
                              <m:begChr m:val=""/>
                              <m:endChr m:val="⟩"/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=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pt-PT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ADLaM Display" panose="02010000000000000000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=0.024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1E93135-366B-C03C-BDEC-F2A873238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286" y="3611583"/>
                <a:ext cx="2059551" cy="715004"/>
              </a:xfrm>
              <a:prstGeom prst="rect">
                <a:avLst/>
              </a:prstGeom>
              <a:blipFill>
                <a:blip r:embed="rId3"/>
                <a:stretch>
                  <a:fillRect t="-54386" r="-6098" b="-45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467F41F-DB2F-4978-9972-28221D611F27}"/>
              </a:ext>
            </a:extLst>
          </p:cNvPr>
          <p:cNvGrpSpPr/>
          <p:nvPr/>
        </p:nvGrpSpPr>
        <p:grpSpPr>
          <a:xfrm>
            <a:off x="7519573" y="1600658"/>
            <a:ext cx="3522693" cy="2991959"/>
            <a:chOff x="6598148" y="1595628"/>
            <a:chExt cx="3522693" cy="2991959"/>
          </a:xfrm>
        </p:grpSpPr>
        <p:grpSp>
          <p:nvGrpSpPr>
            <p:cNvPr id="97" name="!!Integrand">
              <a:extLst>
                <a:ext uri="{FF2B5EF4-FFF2-40B4-BE49-F238E27FC236}">
                  <a16:creationId xmlns:a16="http://schemas.microsoft.com/office/drawing/2014/main" id="{01F1CD09-C21B-265E-6277-B97945D68182}"/>
                </a:ext>
              </a:extLst>
            </p:cNvPr>
            <p:cNvGrpSpPr/>
            <p:nvPr/>
          </p:nvGrpSpPr>
          <p:grpSpPr>
            <a:xfrm>
              <a:off x="6598148" y="1595628"/>
              <a:ext cx="3522693" cy="2991959"/>
              <a:chOff x="8146532" y="205740"/>
              <a:chExt cx="3522693" cy="299195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CaixaDeTexto 97">
                    <a:extLst>
                      <a:ext uri="{FF2B5EF4-FFF2-40B4-BE49-F238E27FC236}">
                        <a16:creationId xmlns:a16="http://schemas.microsoft.com/office/drawing/2014/main" id="{18A5DB80-1AB3-7532-4FC7-11FD77F4746A}"/>
                      </a:ext>
                    </a:extLst>
                  </p:cNvPr>
                  <p:cNvSpPr txBox="1"/>
                  <p:nvPr/>
                </p:nvSpPr>
                <p:spPr>
                  <a:xfrm>
                    <a:off x="9678633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8" name="CaixaDeTexto 97">
                    <a:extLst>
                      <a:ext uri="{FF2B5EF4-FFF2-40B4-BE49-F238E27FC236}">
                        <a16:creationId xmlns:a16="http://schemas.microsoft.com/office/drawing/2014/main" id="{18A5DB80-1AB3-7532-4FC7-11FD77F474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78633" y="205740"/>
                    <a:ext cx="445045" cy="4715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778" t="-13158" r="-83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CaixaDeTexto 98">
                    <a:extLst>
                      <a:ext uri="{FF2B5EF4-FFF2-40B4-BE49-F238E27FC236}">
                        <a16:creationId xmlns:a16="http://schemas.microsoft.com/office/drawing/2014/main" id="{71B8A115-A93F-CC32-C35E-EA4ECC5C6ED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98529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9" name="CaixaDeTexto 98">
                    <a:extLst>
                      <a:ext uri="{FF2B5EF4-FFF2-40B4-BE49-F238E27FC236}">
                        <a16:creationId xmlns:a16="http://schemas.microsoft.com/office/drawing/2014/main" id="{71B8A115-A93F-CC32-C35E-EA4ECC5C6E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98529" y="205740"/>
                    <a:ext cx="445045" cy="47153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315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id="{B2907AE6-32FA-51B9-363F-052C3370BE84}"/>
                  </a:ext>
                </a:extLst>
              </p:cNvPr>
              <p:cNvGrpSpPr/>
              <p:nvPr/>
            </p:nvGrpSpPr>
            <p:grpSpPr>
              <a:xfrm>
                <a:off x="8146532" y="610545"/>
                <a:ext cx="531439" cy="361777"/>
                <a:chOff x="5419646" y="4385129"/>
                <a:chExt cx="531439" cy="361777"/>
              </a:xfrm>
            </p:grpSpPr>
            <p:sp>
              <p:nvSpPr>
                <p:cNvPr id="159" name="Oval 158">
                  <a:extLst>
                    <a:ext uri="{FF2B5EF4-FFF2-40B4-BE49-F238E27FC236}">
                      <a16:creationId xmlns:a16="http://schemas.microsoft.com/office/drawing/2014/main" id="{129D1A83-6A85-A637-67B8-0413698D9AB5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60" name="CaixaDeTexto 159">
                  <a:extLst>
                    <a:ext uri="{FF2B5EF4-FFF2-40B4-BE49-F238E27FC236}">
                      <a16:creationId xmlns:a16="http://schemas.microsoft.com/office/drawing/2014/main" id="{A4C68113-A6C3-5BDB-15E7-41321CFC5AE6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p:grpSp>
            <p:nvGrpSpPr>
              <p:cNvPr id="101" name="Agrupar 100">
                <a:extLst>
                  <a:ext uri="{FF2B5EF4-FFF2-40B4-BE49-F238E27FC236}">
                    <a16:creationId xmlns:a16="http://schemas.microsoft.com/office/drawing/2014/main" id="{191CB3C2-CB44-33E2-5DBF-05F320F927B3}"/>
                  </a:ext>
                </a:extLst>
              </p:cNvPr>
              <p:cNvGrpSpPr/>
              <p:nvPr/>
            </p:nvGrpSpPr>
            <p:grpSpPr>
              <a:xfrm>
                <a:off x="9142907" y="610545"/>
                <a:ext cx="538759" cy="2587154"/>
                <a:chOff x="5829570" y="2744755"/>
                <a:chExt cx="538759" cy="2587154"/>
              </a:xfrm>
            </p:grpSpPr>
            <p:grpSp>
              <p:nvGrpSpPr>
                <p:cNvPr id="133" name="Agrupar 132">
                  <a:extLst>
                    <a:ext uri="{FF2B5EF4-FFF2-40B4-BE49-F238E27FC236}">
                      <a16:creationId xmlns:a16="http://schemas.microsoft.com/office/drawing/2014/main" id="{F18FB756-792C-C692-517B-79C8F1EEE9D3}"/>
                    </a:ext>
                  </a:extLst>
                </p:cNvPr>
                <p:cNvGrpSpPr/>
                <p:nvPr/>
              </p:nvGrpSpPr>
              <p:grpSpPr>
                <a:xfrm>
                  <a:off x="5829570" y="2744755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147" name="Agrupar 146">
                    <a:extLst>
                      <a:ext uri="{FF2B5EF4-FFF2-40B4-BE49-F238E27FC236}">
                        <a16:creationId xmlns:a16="http://schemas.microsoft.com/office/drawing/2014/main" id="{239DCB9B-C199-37A3-84F1-F562C550CC90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57" name="CaixaDeTexto 156">
                      <a:extLst>
                        <a:ext uri="{FF2B5EF4-FFF2-40B4-BE49-F238E27FC236}">
                          <a16:creationId xmlns:a16="http://schemas.microsoft.com/office/drawing/2014/main" id="{FCD29F2E-700B-2817-A74D-54FF966CAC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000</a:t>
                      </a:r>
                    </a:p>
                  </p:txBody>
                </p:sp>
                <p:sp>
                  <p:nvSpPr>
                    <p:cNvPr id="158" name="Oval 157">
                      <a:extLst>
                        <a:ext uri="{FF2B5EF4-FFF2-40B4-BE49-F238E27FC236}">
                          <a16:creationId xmlns:a16="http://schemas.microsoft.com/office/drawing/2014/main" id="{0AB3A40E-E28C-758B-8134-00F749C1C4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48" name="Agrupar 147">
                    <a:extLst>
                      <a:ext uri="{FF2B5EF4-FFF2-40B4-BE49-F238E27FC236}">
                        <a16:creationId xmlns:a16="http://schemas.microsoft.com/office/drawing/2014/main" id="{E216EC99-2B50-7665-DCBD-EA7E81E87CA3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55" name="Oval 154">
                      <a:extLst>
                        <a:ext uri="{FF2B5EF4-FFF2-40B4-BE49-F238E27FC236}">
                          <a16:creationId xmlns:a16="http://schemas.microsoft.com/office/drawing/2014/main" id="{1D3D2403-A1F5-C077-36D5-9E81118C42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6" name="CaixaDeTexto 155">
                      <a:extLst>
                        <a:ext uri="{FF2B5EF4-FFF2-40B4-BE49-F238E27FC236}">
                          <a16:creationId xmlns:a16="http://schemas.microsoft.com/office/drawing/2014/main" id="{484B567D-49B0-19BB-3646-4CEFAD2A0F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001</a:t>
                      </a:r>
                    </a:p>
                  </p:txBody>
                </p:sp>
              </p:grpSp>
              <p:grpSp>
                <p:nvGrpSpPr>
                  <p:cNvPr id="149" name="Agrupar 148">
                    <a:extLst>
                      <a:ext uri="{FF2B5EF4-FFF2-40B4-BE49-F238E27FC236}">
                        <a16:creationId xmlns:a16="http://schemas.microsoft.com/office/drawing/2014/main" id="{88C8D947-C979-CEF4-E572-517152620BB5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53" name="Oval 152">
                      <a:extLst>
                        <a:ext uri="{FF2B5EF4-FFF2-40B4-BE49-F238E27FC236}">
                          <a16:creationId xmlns:a16="http://schemas.microsoft.com/office/drawing/2014/main" id="{064B1AFD-6B8E-23F6-962F-F1A8B003D2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4" name="CaixaDeTexto 153">
                      <a:extLst>
                        <a:ext uri="{FF2B5EF4-FFF2-40B4-BE49-F238E27FC236}">
                          <a16:creationId xmlns:a16="http://schemas.microsoft.com/office/drawing/2014/main" id="{507D7BEF-8137-C916-CB6A-04D0390F87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010</a:t>
                      </a:r>
                    </a:p>
                  </p:txBody>
                </p:sp>
              </p:grpSp>
              <p:grpSp>
                <p:nvGrpSpPr>
                  <p:cNvPr id="150" name="Agrupar 149">
                    <a:extLst>
                      <a:ext uri="{FF2B5EF4-FFF2-40B4-BE49-F238E27FC236}">
                        <a16:creationId xmlns:a16="http://schemas.microsoft.com/office/drawing/2014/main" id="{0A6312F9-3391-C404-4613-A6E58D06FD0E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51" name="Oval 150">
                      <a:extLst>
                        <a:ext uri="{FF2B5EF4-FFF2-40B4-BE49-F238E27FC236}">
                          <a16:creationId xmlns:a16="http://schemas.microsoft.com/office/drawing/2014/main" id="{DBECB1A7-3F53-40CF-E53C-6E5B08E0A9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2" name="CaixaDeTexto 151">
                      <a:extLst>
                        <a:ext uri="{FF2B5EF4-FFF2-40B4-BE49-F238E27FC236}">
                          <a16:creationId xmlns:a16="http://schemas.microsoft.com/office/drawing/2014/main" id="{AF2000CC-2E13-AF86-0714-F17241C35C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011</a:t>
                      </a:r>
                    </a:p>
                  </p:txBody>
                </p:sp>
              </p:grpSp>
            </p:grpSp>
            <p:grpSp>
              <p:nvGrpSpPr>
                <p:cNvPr id="134" name="Agrupar 133">
                  <a:extLst>
                    <a:ext uri="{FF2B5EF4-FFF2-40B4-BE49-F238E27FC236}">
                      <a16:creationId xmlns:a16="http://schemas.microsoft.com/office/drawing/2014/main" id="{375D9E1D-D297-5DAA-D5F4-B65FFBAFC68D}"/>
                    </a:ext>
                  </a:extLst>
                </p:cNvPr>
                <p:cNvGrpSpPr/>
                <p:nvPr/>
              </p:nvGrpSpPr>
              <p:grpSpPr>
                <a:xfrm>
                  <a:off x="5836180" y="4011332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135" name="Agrupar 134">
                    <a:extLst>
                      <a:ext uri="{FF2B5EF4-FFF2-40B4-BE49-F238E27FC236}">
                        <a16:creationId xmlns:a16="http://schemas.microsoft.com/office/drawing/2014/main" id="{5DD5FF13-05FE-4EAB-7B29-3D2D48763372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45" name="Oval 144">
                      <a:extLst>
                        <a:ext uri="{FF2B5EF4-FFF2-40B4-BE49-F238E27FC236}">
                          <a16:creationId xmlns:a16="http://schemas.microsoft.com/office/drawing/2014/main" id="{5CA21BC5-231F-19D7-07B3-6C7FDD9420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6" name="CaixaDeTexto 145">
                      <a:extLst>
                        <a:ext uri="{FF2B5EF4-FFF2-40B4-BE49-F238E27FC236}">
                          <a16:creationId xmlns:a16="http://schemas.microsoft.com/office/drawing/2014/main" id="{860FA5C2-5AE8-16C0-893E-902C071620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100</a:t>
                      </a:r>
                    </a:p>
                  </p:txBody>
                </p:sp>
              </p:grpSp>
              <p:grpSp>
                <p:nvGrpSpPr>
                  <p:cNvPr id="136" name="Agrupar 135">
                    <a:extLst>
                      <a:ext uri="{FF2B5EF4-FFF2-40B4-BE49-F238E27FC236}">
                        <a16:creationId xmlns:a16="http://schemas.microsoft.com/office/drawing/2014/main" id="{BD04EFA2-4463-4543-357C-0A16A7126D03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43" name="Oval 142">
                      <a:extLst>
                        <a:ext uri="{FF2B5EF4-FFF2-40B4-BE49-F238E27FC236}">
                          <a16:creationId xmlns:a16="http://schemas.microsoft.com/office/drawing/2014/main" id="{044F9FDC-D0C0-E4B3-A5A4-0179D2B9EF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4" name="CaixaDeTexto 143">
                      <a:extLst>
                        <a:ext uri="{FF2B5EF4-FFF2-40B4-BE49-F238E27FC236}">
                          <a16:creationId xmlns:a16="http://schemas.microsoft.com/office/drawing/2014/main" id="{57DF7962-B6C0-9457-0F75-9E97CADC0F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101</a:t>
                      </a:r>
                    </a:p>
                  </p:txBody>
                </p:sp>
              </p:grpSp>
              <p:grpSp>
                <p:nvGrpSpPr>
                  <p:cNvPr id="137" name="Agrupar 136">
                    <a:extLst>
                      <a:ext uri="{FF2B5EF4-FFF2-40B4-BE49-F238E27FC236}">
                        <a16:creationId xmlns:a16="http://schemas.microsoft.com/office/drawing/2014/main" id="{77E579E1-1F9A-473C-B0AC-E4853BF1666C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41" name="Oval 140">
                      <a:extLst>
                        <a:ext uri="{FF2B5EF4-FFF2-40B4-BE49-F238E27FC236}">
                          <a16:creationId xmlns:a16="http://schemas.microsoft.com/office/drawing/2014/main" id="{3D5091E1-9A15-79BC-063B-453446ED50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2" name="CaixaDeTexto 141">
                      <a:extLst>
                        <a:ext uri="{FF2B5EF4-FFF2-40B4-BE49-F238E27FC236}">
                          <a16:creationId xmlns:a16="http://schemas.microsoft.com/office/drawing/2014/main" id="{C7F349A2-3A21-34A5-50A0-83390BDB887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110</a:t>
                      </a:r>
                    </a:p>
                  </p:txBody>
                </p:sp>
              </p:grpSp>
              <p:grpSp>
                <p:nvGrpSpPr>
                  <p:cNvPr id="138" name="Agrupar 137">
                    <a:extLst>
                      <a:ext uri="{FF2B5EF4-FFF2-40B4-BE49-F238E27FC236}">
                        <a16:creationId xmlns:a16="http://schemas.microsoft.com/office/drawing/2014/main" id="{C97EB633-F5EC-9CD3-6395-16F1487F658E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39" name="Oval 138">
                      <a:extLst>
                        <a:ext uri="{FF2B5EF4-FFF2-40B4-BE49-F238E27FC236}">
                          <a16:creationId xmlns:a16="http://schemas.microsoft.com/office/drawing/2014/main" id="{DF220088-DB51-AFF9-53B4-CBBC24CCCC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40" name="CaixaDeTexto 139">
                      <a:extLst>
                        <a:ext uri="{FF2B5EF4-FFF2-40B4-BE49-F238E27FC236}">
                          <a16:creationId xmlns:a16="http://schemas.microsoft.com/office/drawing/2014/main" id="{7AF05F00-647B-CA96-DE74-3DC186D9D9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111</a:t>
                      </a:r>
                    </a:p>
                  </p:txBody>
                </p:sp>
              </p:grpSp>
            </p:grpSp>
          </p:grpSp>
          <p:grpSp>
            <p:nvGrpSpPr>
              <p:cNvPr id="102" name="Agrupar 101">
                <a:extLst>
                  <a:ext uri="{FF2B5EF4-FFF2-40B4-BE49-F238E27FC236}">
                    <a16:creationId xmlns:a16="http://schemas.microsoft.com/office/drawing/2014/main" id="{CA9E8374-458A-B690-E680-51F26D5971D2}"/>
                  </a:ext>
                </a:extLst>
              </p:cNvPr>
              <p:cNvGrpSpPr/>
              <p:nvPr/>
            </p:nvGrpSpPr>
            <p:grpSpPr>
              <a:xfrm>
                <a:off x="10139992" y="610545"/>
                <a:ext cx="538759" cy="2587154"/>
                <a:chOff x="5829570" y="2744755"/>
                <a:chExt cx="538759" cy="2587154"/>
              </a:xfrm>
            </p:grpSpPr>
            <p:grpSp>
              <p:nvGrpSpPr>
                <p:cNvPr id="107" name="Agrupar 106">
                  <a:extLst>
                    <a:ext uri="{FF2B5EF4-FFF2-40B4-BE49-F238E27FC236}">
                      <a16:creationId xmlns:a16="http://schemas.microsoft.com/office/drawing/2014/main" id="{0CA8F744-92E3-C65D-850F-AFDCC375C28B}"/>
                    </a:ext>
                  </a:extLst>
                </p:cNvPr>
                <p:cNvGrpSpPr/>
                <p:nvPr/>
              </p:nvGrpSpPr>
              <p:grpSpPr>
                <a:xfrm>
                  <a:off x="5829570" y="2744755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121" name="Agrupar 120">
                    <a:extLst>
                      <a:ext uri="{FF2B5EF4-FFF2-40B4-BE49-F238E27FC236}">
                        <a16:creationId xmlns:a16="http://schemas.microsoft.com/office/drawing/2014/main" id="{9D17F8EE-7BAA-A3F3-08C1-D7C14A8F4C38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31" name="Oval 130">
                      <a:extLst>
                        <a:ext uri="{FF2B5EF4-FFF2-40B4-BE49-F238E27FC236}">
                          <a16:creationId xmlns:a16="http://schemas.microsoft.com/office/drawing/2014/main" id="{BFD52E68-40C2-CA58-DFE9-66285A1F37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2" name="CaixaDeTexto 131">
                      <a:extLst>
                        <a:ext uri="{FF2B5EF4-FFF2-40B4-BE49-F238E27FC236}">
                          <a16:creationId xmlns:a16="http://schemas.microsoft.com/office/drawing/2014/main" id="{896402E6-EEF0-CFBE-030F-1D9C79EAF7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000</a:t>
                      </a:r>
                    </a:p>
                  </p:txBody>
                </p:sp>
              </p:grpSp>
              <p:grpSp>
                <p:nvGrpSpPr>
                  <p:cNvPr id="122" name="Agrupar 121">
                    <a:extLst>
                      <a:ext uri="{FF2B5EF4-FFF2-40B4-BE49-F238E27FC236}">
                        <a16:creationId xmlns:a16="http://schemas.microsoft.com/office/drawing/2014/main" id="{4CA2CB99-99FE-0B3F-283E-C22DCBF23351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29" name="Oval 128">
                      <a:extLst>
                        <a:ext uri="{FF2B5EF4-FFF2-40B4-BE49-F238E27FC236}">
                          <a16:creationId xmlns:a16="http://schemas.microsoft.com/office/drawing/2014/main" id="{94703EA9-2E69-A910-2B4D-6B62818DA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30" name="CaixaDeTexto 129">
                      <a:extLst>
                        <a:ext uri="{FF2B5EF4-FFF2-40B4-BE49-F238E27FC236}">
                          <a16:creationId xmlns:a16="http://schemas.microsoft.com/office/drawing/2014/main" id="{AD837CA9-B43E-A3C9-D9D7-51D1578AD8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001</a:t>
                      </a:r>
                    </a:p>
                  </p:txBody>
                </p:sp>
              </p:grpSp>
              <p:grpSp>
                <p:nvGrpSpPr>
                  <p:cNvPr id="123" name="Agrupar 122">
                    <a:extLst>
                      <a:ext uri="{FF2B5EF4-FFF2-40B4-BE49-F238E27FC236}">
                        <a16:creationId xmlns:a16="http://schemas.microsoft.com/office/drawing/2014/main" id="{3B38AE74-AC5D-82B2-6946-06B60404DFF7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27" name="Oval 126">
                      <a:extLst>
                        <a:ext uri="{FF2B5EF4-FFF2-40B4-BE49-F238E27FC236}">
                          <a16:creationId xmlns:a16="http://schemas.microsoft.com/office/drawing/2014/main" id="{CB888F2E-FE97-2F82-0274-F9EA0B1143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28" name="CaixaDeTexto 127">
                      <a:extLst>
                        <a:ext uri="{FF2B5EF4-FFF2-40B4-BE49-F238E27FC236}">
                          <a16:creationId xmlns:a16="http://schemas.microsoft.com/office/drawing/2014/main" id="{A2F44CE6-7860-A69C-05A3-3001D5020A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010</a:t>
                      </a:r>
                    </a:p>
                  </p:txBody>
                </p:sp>
              </p:grpSp>
              <p:grpSp>
                <p:nvGrpSpPr>
                  <p:cNvPr id="124" name="Agrupar 123">
                    <a:extLst>
                      <a:ext uri="{FF2B5EF4-FFF2-40B4-BE49-F238E27FC236}">
                        <a16:creationId xmlns:a16="http://schemas.microsoft.com/office/drawing/2014/main" id="{3CDF3652-4366-D1C0-BE74-5B0B8FC9BB74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25" name="Oval 124">
                      <a:extLst>
                        <a:ext uri="{FF2B5EF4-FFF2-40B4-BE49-F238E27FC236}">
                          <a16:creationId xmlns:a16="http://schemas.microsoft.com/office/drawing/2014/main" id="{4AD6BE74-2E9C-297B-586B-834BDCB71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26" name="CaixaDeTexto 125">
                      <a:extLst>
                        <a:ext uri="{FF2B5EF4-FFF2-40B4-BE49-F238E27FC236}">
                          <a16:creationId xmlns:a16="http://schemas.microsoft.com/office/drawing/2014/main" id="{9924E89A-688F-4C7B-2677-A6325662AA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011</a:t>
                      </a:r>
                    </a:p>
                  </p:txBody>
                </p:sp>
              </p:grpSp>
            </p:grpSp>
            <p:grpSp>
              <p:nvGrpSpPr>
                <p:cNvPr id="108" name="Agrupar 107">
                  <a:extLst>
                    <a:ext uri="{FF2B5EF4-FFF2-40B4-BE49-F238E27FC236}">
                      <a16:creationId xmlns:a16="http://schemas.microsoft.com/office/drawing/2014/main" id="{C01AF8EF-DC92-509F-FE4B-3C4E3236BBFE}"/>
                    </a:ext>
                  </a:extLst>
                </p:cNvPr>
                <p:cNvGrpSpPr/>
                <p:nvPr/>
              </p:nvGrpSpPr>
              <p:grpSpPr>
                <a:xfrm>
                  <a:off x="5836180" y="4011332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109" name="Agrupar 108">
                    <a:extLst>
                      <a:ext uri="{FF2B5EF4-FFF2-40B4-BE49-F238E27FC236}">
                        <a16:creationId xmlns:a16="http://schemas.microsoft.com/office/drawing/2014/main" id="{0E3C77B1-088F-DD9E-D5E1-73D0AB794D71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19" name="Oval 118">
                      <a:extLst>
                        <a:ext uri="{FF2B5EF4-FFF2-40B4-BE49-F238E27FC236}">
                          <a16:creationId xmlns:a16="http://schemas.microsoft.com/office/drawing/2014/main" id="{B7E2C7F1-7382-3A03-9F6A-4E889703DE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20" name="CaixaDeTexto 119">
                      <a:extLst>
                        <a:ext uri="{FF2B5EF4-FFF2-40B4-BE49-F238E27FC236}">
                          <a16:creationId xmlns:a16="http://schemas.microsoft.com/office/drawing/2014/main" id="{917B2984-80EA-CEC5-FF83-5FC5BC5610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100</a:t>
                      </a:r>
                    </a:p>
                  </p:txBody>
                </p:sp>
              </p:grpSp>
              <p:grpSp>
                <p:nvGrpSpPr>
                  <p:cNvPr id="110" name="Agrupar 109">
                    <a:extLst>
                      <a:ext uri="{FF2B5EF4-FFF2-40B4-BE49-F238E27FC236}">
                        <a16:creationId xmlns:a16="http://schemas.microsoft.com/office/drawing/2014/main" id="{90C519A4-9FE7-920F-0AE8-CA29FFF372B3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17" name="Oval 116">
                      <a:extLst>
                        <a:ext uri="{FF2B5EF4-FFF2-40B4-BE49-F238E27FC236}">
                          <a16:creationId xmlns:a16="http://schemas.microsoft.com/office/drawing/2014/main" id="{F8D888AD-7BC0-6E7E-58CB-046023D62D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8" name="CaixaDeTexto 117">
                      <a:extLst>
                        <a:ext uri="{FF2B5EF4-FFF2-40B4-BE49-F238E27FC236}">
                          <a16:creationId xmlns:a16="http://schemas.microsoft.com/office/drawing/2014/main" id="{05E6787D-B3D1-D32C-A643-65F3F06103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101</a:t>
                      </a:r>
                    </a:p>
                  </p:txBody>
                </p:sp>
              </p:grpSp>
              <p:grpSp>
                <p:nvGrpSpPr>
                  <p:cNvPr id="111" name="Agrupar 110">
                    <a:extLst>
                      <a:ext uri="{FF2B5EF4-FFF2-40B4-BE49-F238E27FC236}">
                        <a16:creationId xmlns:a16="http://schemas.microsoft.com/office/drawing/2014/main" id="{F657F3D7-74F8-40D8-0773-133543757487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15" name="Oval 114">
                      <a:extLst>
                        <a:ext uri="{FF2B5EF4-FFF2-40B4-BE49-F238E27FC236}">
                          <a16:creationId xmlns:a16="http://schemas.microsoft.com/office/drawing/2014/main" id="{7A56E001-2CED-E9EF-3AE9-E816CEDB11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6" name="CaixaDeTexto 115">
                      <a:extLst>
                        <a:ext uri="{FF2B5EF4-FFF2-40B4-BE49-F238E27FC236}">
                          <a16:creationId xmlns:a16="http://schemas.microsoft.com/office/drawing/2014/main" id="{3A031F02-C411-C65C-C8F0-ABC5E835CD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110</a:t>
                      </a:r>
                    </a:p>
                  </p:txBody>
                </p:sp>
              </p:grpSp>
              <p:grpSp>
                <p:nvGrpSpPr>
                  <p:cNvPr id="112" name="Agrupar 111">
                    <a:extLst>
                      <a:ext uri="{FF2B5EF4-FFF2-40B4-BE49-F238E27FC236}">
                        <a16:creationId xmlns:a16="http://schemas.microsoft.com/office/drawing/2014/main" id="{7BA5980F-95B9-4CD0-6358-B6AFE5B0AE4E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113" name="Oval 112">
                      <a:extLst>
                        <a:ext uri="{FF2B5EF4-FFF2-40B4-BE49-F238E27FC236}">
                          <a16:creationId xmlns:a16="http://schemas.microsoft.com/office/drawing/2014/main" id="{602EBC90-54BF-9C71-EA7F-2FC370C0C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4" name="CaixaDeTexto 113">
                      <a:extLst>
                        <a:ext uri="{FF2B5EF4-FFF2-40B4-BE49-F238E27FC236}">
                          <a16:creationId xmlns:a16="http://schemas.microsoft.com/office/drawing/2014/main" id="{3032D505-6F19-74CF-88AC-D186CC12E4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111</a:t>
                      </a:r>
                    </a:p>
                  </p:txBody>
                </p:sp>
              </p:grpSp>
            </p:grpSp>
          </p:grpSp>
          <p:grpSp>
            <p:nvGrpSpPr>
              <p:cNvPr id="103" name="Agrupar 102">
                <a:extLst>
                  <a:ext uri="{FF2B5EF4-FFF2-40B4-BE49-F238E27FC236}">
                    <a16:creationId xmlns:a16="http://schemas.microsoft.com/office/drawing/2014/main" id="{AF8C71D9-9D62-51C3-2903-3877CB933CF4}"/>
                  </a:ext>
                </a:extLst>
              </p:cNvPr>
              <p:cNvGrpSpPr/>
              <p:nvPr/>
            </p:nvGrpSpPr>
            <p:grpSpPr>
              <a:xfrm>
                <a:off x="11137786" y="610545"/>
                <a:ext cx="531439" cy="361777"/>
                <a:chOff x="5419646" y="4385129"/>
                <a:chExt cx="531439" cy="361777"/>
              </a:xfrm>
            </p:grpSpPr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D8EFE2F4-975B-36E2-9BA4-5F9AC62383E0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6" name="CaixaDeTexto 105">
                  <a:extLst>
                    <a:ext uri="{FF2B5EF4-FFF2-40B4-BE49-F238E27FC236}">
                      <a16:creationId xmlns:a16="http://schemas.microsoft.com/office/drawing/2014/main" id="{DDEA1986-6340-2717-8A8E-26EDD7FA492A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CaixaDeTexto 103">
                    <a:extLst>
                      <a:ext uri="{FF2B5EF4-FFF2-40B4-BE49-F238E27FC236}">
                        <a16:creationId xmlns:a16="http://schemas.microsoft.com/office/drawing/2014/main" id="{1D99C1B7-8280-B4B9-3F39-ACDCA203CE67}"/>
                      </a:ext>
                    </a:extLst>
                  </p:cNvPr>
                  <p:cNvSpPr txBox="1"/>
                  <p:nvPr/>
                </p:nvSpPr>
                <p:spPr>
                  <a:xfrm>
                    <a:off x="8626014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04" name="CaixaDeTexto 103">
                    <a:extLst>
                      <a:ext uri="{FF2B5EF4-FFF2-40B4-BE49-F238E27FC236}">
                        <a16:creationId xmlns:a16="http://schemas.microsoft.com/office/drawing/2014/main" id="{1D99C1B7-8280-B4B9-3F39-ACDCA203CE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6014" y="205740"/>
                    <a:ext cx="445045" cy="47153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778" t="-13158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Conexão Reta Unidirecional 7">
              <a:extLst>
                <a:ext uri="{FF2B5EF4-FFF2-40B4-BE49-F238E27FC236}">
                  <a16:creationId xmlns:a16="http://schemas.microsoft.com/office/drawing/2014/main" id="{1918FB97-DE22-5F82-B1BD-BFFEBFBFD009}"/>
                </a:ext>
              </a:extLst>
            </p:cNvPr>
            <p:cNvCxnSpPr>
              <a:cxnSpLocks/>
              <a:stCxn id="105" idx="3"/>
              <a:endCxn id="116" idx="0"/>
            </p:cNvCxnSpPr>
            <p:nvPr/>
          </p:nvCxnSpPr>
          <p:spPr>
            <a:xfrm flipH="1">
              <a:off x="8863938" y="2346394"/>
              <a:ext cx="953000" cy="1558661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xão Reta Unidirecional 13">
              <a:extLst>
                <a:ext uri="{FF2B5EF4-FFF2-40B4-BE49-F238E27FC236}">
                  <a16:creationId xmlns:a16="http://schemas.microsoft.com/office/drawing/2014/main" id="{8A574A74-C03E-55DC-279E-CBED28573CFA}"/>
                </a:ext>
              </a:extLst>
            </p:cNvPr>
            <p:cNvCxnSpPr>
              <a:cxnSpLocks/>
              <a:stCxn id="117" idx="2"/>
              <a:endCxn id="140" idx="2"/>
            </p:cNvCxnSpPr>
            <p:nvPr/>
          </p:nvCxnSpPr>
          <p:spPr>
            <a:xfrm flipH="1">
              <a:off x="7866853" y="3897255"/>
              <a:ext cx="943795" cy="636332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xão Reta Unidirecional 9">
              <a:extLst>
                <a:ext uri="{FF2B5EF4-FFF2-40B4-BE49-F238E27FC236}">
                  <a16:creationId xmlns:a16="http://schemas.microsoft.com/office/drawing/2014/main" id="{3465260F-AC84-7AA4-5E6B-911BC3D6E6E0}"/>
                </a:ext>
              </a:extLst>
            </p:cNvPr>
            <p:cNvCxnSpPr>
              <a:cxnSpLocks/>
            </p:cNvCxnSpPr>
            <p:nvPr/>
          </p:nvCxnSpPr>
          <p:spPr>
            <a:xfrm>
              <a:off x="6902052" y="2346394"/>
              <a:ext cx="964801" cy="2187193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C9F8DAA-EF05-E1BB-E364-AC88D1BA71DD}"/>
              </a:ext>
            </a:extLst>
          </p:cNvPr>
          <p:cNvGrpSpPr/>
          <p:nvPr/>
        </p:nvGrpSpPr>
        <p:grpSpPr>
          <a:xfrm>
            <a:off x="7519573" y="1600658"/>
            <a:ext cx="3522693" cy="2991959"/>
            <a:chOff x="6598148" y="1595628"/>
            <a:chExt cx="3522693" cy="2991959"/>
          </a:xfrm>
        </p:grpSpPr>
        <p:grpSp>
          <p:nvGrpSpPr>
            <p:cNvPr id="22" name="!!Integrand">
              <a:extLst>
                <a:ext uri="{FF2B5EF4-FFF2-40B4-BE49-F238E27FC236}">
                  <a16:creationId xmlns:a16="http://schemas.microsoft.com/office/drawing/2014/main" id="{6E357583-A4A3-AD3C-A919-C7E8F53B097C}"/>
                </a:ext>
              </a:extLst>
            </p:cNvPr>
            <p:cNvGrpSpPr/>
            <p:nvPr/>
          </p:nvGrpSpPr>
          <p:grpSpPr>
            <a:xfrm>
              <a:off x="6598148" y="1595628"/>
              <a:ext cx="3522693" cy="2991959"/>
              <a:chOff x="8146532" y="205740"/>
              <a:chExt cx="3522693" cy="299195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13854AEF-7A95-483D-31C0-8183874ED0BB}"/>
                      </a:ext>
                    </a:extLst>
                  </p:cNvPr>
                  <p:cNvSpPr txBox="1"/>
                  <p:nvPr/>
                </p:nvSpPr>
                <p:spPr>
                  <a:xfrm>
                    <a:off x="9678633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26" name="CaixaDeTexto 25">
                    <a:extLst>
                      <a:ext uri="{FF2B5EF4-FFF2-40B4-BE49-F238E27FC236}">
                        <a16:creationId xmlns:a16="http://schemas.microsoft.com/office/drawing/2014/main" id="{13854AEF-7A95-483D-31C0-8183874ED0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78633" y="205740"/>
                    <a:ext cx="445045" cy="4715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778" t="-13158" r="-83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A3B1B9FB-045E-CAC2-6F4F-FB15309C1163}"/>
                      </a:ext>
                    </a:extLst>
                  </p:cNvPr>
                  <p:cNvSpPr txBox="1"/>
                  <p:nvPr/>
                </p:nvSpPr>
                <p:spPr>
                  <a:xfrm>
                    <a:off x="10698529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27" name="CaixaDeTexto 26">
                    <a:extLst>
                      <a:ext uri="{FF2B5EF4-FFF2-40B4-BE49-F238E27FC236}">
                        <a16:creationId xmlns:a16="http://schemas.microsoft.com/office/drawing/2014/main" id="{A3B1B9FB-045E-CAC2-6F4F-FB15309C11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98529" y="205740"/>
                    <a:ext cx="445045" cy="47153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315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" name="Agrupar 27">
                <a:extLst>
                  <a:ext uri="{FF2B5EF4-FFF2-40B4-BE49-F238E27FC236}">
                    <a16:creationId xmlns:a16="http://schemas.microsoft.com/office/drawing/2014/main" id="{69BDED2C-8F8C-ECC7-E1F4-123F7482F49A}"/>
                  </a:ext>
                </a:extLst>
              </p:cNvPr>
              <p:cNvGrpSpPr/>
              <p:nvPr/>
            </p:nvGrpSpPr>
            <p:grpSpPr>
              <a:xfrm>
                <a:off x="8146532" y="610545"/>
                <a:ext cx="531439" cy="361777"/>
                <a:chOff x="5419646" y="4385129"/>
                <a:chExt cx="531439" cy="361777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AAE06FC7-8358-3CA7-563C-2EFD727A4AA6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9" name="CaixaDeTexto 88">
                  <a:extLst>
                    <a:ext uri="{FF2B5EF4-FFF2-40B4-BE49-F238E27FC236}">
                      <a16:creationId xmlns:a16="http://schemas.microsoft.com/office/drawing/2014/main" id="{09D1F3AB-425F-0C48-42BA-FFC081F15CCD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p:grpSp>
            <p:nvGrpSpPr>
              <p:cNvPr id="29" name="Agrupar 28">
                <a:extLst>
                  <a:ext uri="{FF2B5EF4-FFF2-40B4-BE49-F238E27FC236}">
                    <a16:creationId xmlns:a16="http://schemas.microsoft.com/office/drawing/2014/main" id="{5D548444-D5DC-40ED-F36B-22F9270AA609}"/>
                  </a:ext>
                </a:extLst>
              </p:cNvPr>
              <p:cNvGrpSpPr/>
              <p:nvPr/>
            </p:nvGrpSpPr>
            <p:grpSpPr>
              <a:xfrm>
                <a:off x="9142907" y="610545"/>
                <a:ext cx="538759" cy="2587154"/>
                <a:chOff x="5829570" y="2744755"/>
                <a:chExt cx="538759" cy="2587154"/>
              </a:xfrm>
            </p:grpSpPr>
            <p:grpSp>
              <p:nvGrpSpPr>
                <p:cNvPr id="62" name="Agrupar 61">
                  <a:extLst>
                    <a:ext uri="{FF2B5EF4-FFF2-40B4-BE49-F238E27FC236}">
                      <a16:creationId xmlns:a16="http://schemas.microsoft.com/office/drawing/2014/main" id="{61C593D1-51F6-470C-ED28-7165A4950D76}"/>
                    </a:ext>
                  </a:extLst>
                </p:cNvPr>
                <p:cNvGrpSpPr/>
                <p:nvPr/>
              </p:nvGrpSpPr>
              <p:grpSpPr>
                <a:xfrm>
                  <a:off x="5829570" y="2744755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76" name="Agrupar 75">
                    <a:extLst>
                      <a:ext uri="{FF2B5EF4-FFF2-40B4-BE49-F238E27FC236}">
                        <a16:creationId xmlns:a16="http://schemas.microsoft.com/office/drawing/2014/main" id="{45BFC0FB-EDC3-5D9D-A644-40F987A5940F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86" name="CaixaDeTexto 85">
                      <a:extLst>
                        <a:ext uri="{FF2B5EF4-FFF2-40B4-BE49-F238E27FC236}">
                          <a16:creationId xmlns:a16="http://schemas.microsoft.com/office/drawing/2014/main" id="{A91BFDD1-FBF1-3CAD-7953-B9AA63FC74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000</a:t>
                      </a:r>
                    </a:p>
                  </p:txBody>
                </p:sp>
                <p:sp>
                  <p:nvSpPr>
                    <p:cNvPr id="87" name="Oval 86">
                      <a:extLst>
                        <a:ext uri="{FF2B5EF4-FFF2-40B4-BE49-F238E27FC236}">
                          <a16:creationId xmlns:a16="http://schemas.microsoft.com/office/drawing/2014/main" id="{4219E348-205C-C7CC-CF73-41429007A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77" name="Agrupar 76">
                    <a:extLst>
                      <a:ext uri="{FF2B5EF4-FFF2-40B4-BE49-F238E27FC236}">
                        <a16:creationId xmlns:a16="http://schemas.microsoft.com/office/drawing/2014/main" id="{1692D1CE-475E-06D3-4642-14D5469D962A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84" name="Oval 83">
                      <a:extLst>
                        <a:ext uri="{FF2B5EF4-FFF2-40B4-BE49-F238E27FC236}">
                          <a16:creationId xmlns:a16="http://schemas.microsoft.com/office/drawing/2014/main" id="{D4041229-B592-AEA8-9C19-89073013F8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85" name="CaixaDeTexto 84">
                      <a:extLst>
                        <a:ext uri="{FF2B5EF4-FFF2-40B4-BE49-F238E27FC236}">
                          <a16:creationId xmlns:a16="http://schemas.microsoft.com/office/drawing/2014/main" id="{6ED856F5-4687-204F-EDA1-94FB25F14F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001</a:t>
                      </a:r>
                    </a:p>
                  </p:txBody>
                </p:sp>
              </p:grpSp>
              <p:grpSp>
                <p:nvGrpSpPr>
                  <p:cNvPr id="78" name="Agrupar 77">
                    <a:extLst>
                      <a:ext uri="{FF2B5EF4-FFF2-40B4-BE49-F238E27FC236}">
                        <a16:creationId xmlns:a16="http://schemas.microsoft.com/office/drawing/2014/main" id="{8A494896-B7ED-2FC5-F410-F7DA1D3085C2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82" name="Oval 81">
                      <a:extLst>
                        <a:ext uri="{FF2B5EF4-FFF2-40B4-BE49-F238E27FC236}">
                          <a16:creationId xmlns:a16="http://schemas.microsoft.com/office/drawing/2014/main" id="{A70EA15E-093C-846B-4FA5-91EECEA68D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83" name="CaixaDeTexto 82">
                      <a:extLst>
                        <a:ext uri="{FF2B5EF4-FFF2-40B4-BE49-F238E27FC236}">
                          <a16:creationId xmlns:a16="http://schemas.microsoft.com/office/drawing/2014/main" id="{C6063980-1645-3717-7883-27529103029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010</a:t>
                      </a:r>
                    </a:p>
                  </p:txBody>
                </p:sp>
              </p:grpSp>
              <p:grpSp>
                <p:nvGrpSpPr>
                  <p:cNvPr id="79" name="Agrupar 78">
                    <a:extLst>
                      <a:ext uri="{FF2B5EF4-FFF2-40B4-BE49-F238E27FC236}">
                        <a16:creationId xmlns:a16="http://schemas.microsoft.com/office/drawing/2014/main" id="{6C200CCC-0BB6-4152-DBDB-7EE35AD6C8BC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80" name="Oval 79">
                      <a:extLst>
                        <a:ext uri="{FF2B5EF4-FFF2-40B4-BE49-F238E27FC236}">
                          <a16:creationId xmlns:a16="http://schemas.microsoft.com/office/drawing/2014/main" id="{AC3C57E7-FACC-E434-E557-A1CB55EDD4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81" name="CaixaDeTexto 80">
                      <a:extLst>
                        <a:ext uri="{FF2B5EF4-FFF2-40B4-BE49-F238E27FC236}">
                          <a16:creationId xmlns:a16="http://schemas.microsoft.com/office/drawing/2014/main" id="{92058632-18E1-4366-82D9-6A817A5506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011</a:t>
                      </a:r>
                    </a:p>
                  </p:txBody>
                </p:sp>
              </p:grpSp>
            </p:grpSp>
            <p:grpSp>
              <p:nvGrpSpPr>
                <p:cNvPr id="63" name="Agrupar 62">
                  <a:extLst>
                    <a:ext uri="{FF2B5EF4-FFF2-40B4-BE49-F238E27FC236}">
                      <a16:creationId xmlns:a16="http://schemas.microsoft.com/office/drawing/2014/main" id="{493EB412-8F68-BBD8-15CE-C7ADAA685DA6}"/>
                    </a:ext>
                  </a:extLst>
                </p:cNvPr>
                <p:cNvGrpSpPr/>
                <p:nvPr/>
              </p:nvGrpSpPr>
              <p:grpSpPr>
                <a:xfrm>
                  <a:off x="5836180" y="4011332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64" name="Agrupar 63">
                    <a:extLst>
                      <a:ext uri="{FF2B5EF4-FFF2-40B4-BE49-F238E27FC236}">
                        <a16:creationId xmlns:a16="http://schemas.microsoft.com/office/drawing/2014/main" id="{C941C5EF-00AE-1C85-6320-0C4000277553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74" name="Oval 73">
                      <a:extLst>
                        <a:ext uri="{FF2B5EF4-FFF2-40B4-BE49-F238E27FC236}">
                          <a16:creationId xmlns:a16="http://schemas.microsoft.com/office/drawing/2014/main" id="{7CEC7132-D08C-32E0-D184-CCF5CDD8B6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5" name="CaixaDeTexto 74">
                      <a:extLst>
                        <a:ext uri="{FF2B5EF4-FFF2-40B4-BE49-F238E27FC236}">
                          <a16:creationId xmlns:a16="http://schemas.microsoft.com/office/drawing/2014/main" id="{EC36F7C4-0083-A495-B9EC-4D63A57BA0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100</a:t>
                      </a:r>
                    </a:p>
                  </p:txBody>
                </p:sp>
              </p:grpSp>
              <p:grpSp>
                <p:nvGrpSpPr>
                  <p:cNvPr id="65" name="Agrupar 64">
                    <a:extLst>
                      <a:ext uri="{FF2B5EF4-FFF2-40B4-BE49-F238E27FC236}">
                        <a16:creationId xmlns:a16="http://schemas.microsoft.com/office/drawing/2014/main" id="{F34F0519-730A-A3B0-2B92-9B42A8DAE708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72" name="Oval 71">
                      <a:extLst>
                        <a:ext uri="{FF2B5EF4-FFF2-40B4-BE49-F238E27FC236}">
                          <a16:creationId xmlns:a16="http://schemas.microsoft.com/office/drawing/2014/main" id="{23927FD4-059F-55CE-5EAA-06B5BB7647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3" name="CaixaDeTexto 72">
                      <a:extLst>
                        <a:ext uri="{FF2B5EF4-FFF2-40B4-BE49-F238E27FC236}">
                          <a16:creationId xmlns:a16="http://schemas.microsoft.com/office/drawing/2014/main" id="{CA342E03-8C0E-DBDA-B20C-25E33D2543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101</a:t>
                      </a:r>
                    </a:p>
                  </p:txBody>
                </p:sp>
              </p:grpSp>
              <p:grpSp>
                <p:nvGrpSpPr>
                  <p:cNvPr id="66" name="Agrupar 65">
                    <a:extLst>
                      <a:ext uri="{FF2B5EF4-FFF2-40B4-BE49-F238E27FC236}">
                        <a16:creationId xmlns:a16="http://schemas.microsoft.com/office/drawing/2014/main" id="{37FDC813-3EC2-23EA-1E4B-237A59D11485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70" name="Oval 69">
                      <a:extLst>
                        <a:ext uri="{FF2B5EF4-FFF2-40B4-BE49-F238E27FC236}">
                          <a16:creationId xmlns:a16="http://schemas.microsoft.com/office/drawing/2014/main" id="{82F1D5F0-C5FC-C873-E99A-061F7BA1CC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1" name="CaixaDeTexto 70">
                      <a:extLst>
                        <a:ext uri="{FF2B5EF4-FFF2-40B4-BE49-F238E27FC236}">
                          <a16:creationId xmlns:a16="http://schemas.microsoft.com/office/drawing/2014/main" id="{A6120730-CB7E-8BC5-FBF5-B90C1F567D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110</a:t>
                      </a:r>
                    </a:p>
                  </p:txBody>
                </p:sp>
              </p:grpSp>
              <p:grpSp>
                <p:nvGrpSpPr>
                  <p:cNvPr id="67" name="Agrupar 66">
                    <a:extLst>
                      <a:ext uri="{FF2B5EF4-FFF2-40B4-BE49-F238E27FC236}">
                        <a16:creationId xmlns:a16="http://schemas.microsoft.com/office/drawing/2014/main" id="{F5DAC862-3AA7-D295-39A2-EAEAC8105288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68" name="Oval 67">
                      <a:extLst>
                        <a:ext uri="{FF2B5EF4-FFF2-40B4-BE49-F238E27FC236}">
                          <a16:creationId xmlns:a16="http://schemas.microsoft.com/office/drawing/2014/main" id="{EBC9371F-46FA-B2F3-577B-145E49C208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69" name="CaixaDeTexto 68">
                      <a:extLst>
                        <a:ext uri="{FF2B5EF4-FFF2-40B4-BE49-F238E27FC236}">
                          <a16:creationId xmlns:a16="http://schemas.microsoft.com/office/drawing/2014/main" id="{DEF6447B-4F96-A995-476A-6157CDCB1C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111</a:t>
                      </a:r>
                    </a:p>
                  </p:txBody>
                </p:sp>
              </p:grpSp>
            </p:grpSp>
          </p:grpSp>
          <p:grpSp>
            <p:nvGrpSpPr>
              <p:cNvPr id="30" name="Agrupar 29">
                <a:extLst>
                  <a:ext uri="{FF2B5EF4-FFF2-40B4-BE49-F238E27FC236}">
                    <a16:creationId xmlns:a16="http://schemas.microsoft.com/office/drawing/2014/main" id="{29EAD635-CFE5-5E55-23D7-D7BC7D8F4D25}"/>
                  </a:ext>
                </a:extLst>
              </p:cNvPr>
              <p:cNvGrpSpPr/>
              <p:nvPr/>
            </p:nvGrpSpPr>
            <p:grpSpPr>
              <a:xfrm>
                <a:off x="10139992" y="610545"/>
                <a:ext cx="538759" cy="2587154"/>
                <a:chOff x="5829570" y="2744755"/>
                <a:chExt cx="538759" cy="2587154"/>
              </a:xfrm>
            </p:grpSpPr>
            <p:grpSp>
              <p:nvGrpSpPr>
                <p:cNvPr id="35" name="Agrupar 34">
                  <a:extLst>
                    <a:ext uri="{FF2B5EF4-FFF2-40B4-BE49-F238E27FC236}">
                      <a16:creationId xmlns:a16="http://schemas.microsoft.com/office/drawing/2014/main" id="{FABB2AA8-9861-23A8-C798-EA1DB16B3BF2}"/>
                    </a:ext>
                  </a:extLst>
                </p:cNvPr>
                <p:cNvGrpSpPr/>
                <p:nvPr/>
              </p:nvGrpSpPr>
              <p:grpSpPr>
                <a:xfrm>
                  <a:off x="5829570" y="2744755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50" name="Agrupar 49">
                    <a:extLst>
                      <a:ext uri="{FF2B5EF4-FFF2-40B4-BE49-F238E27FC236}">
                        <a16:creationId xmlns:a16="http://schemas.microsoft.com/office/drawing/2014/main" id="{A1F32065-692F-DAC2-932F-1B121A0ADE2E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60" name="Oval 59">
                      <a:extLst>
                        <a:ext uri="{FF2B5EF4-FFF2-40B4-BE49-F238E27FC236}">
                          <a16:creationId xmlns:a16="http://schemas.microsoft.com/office/drawing/2014/main" id="{9EBE0407-D6B4-E80D-0911-FB8817D5E0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61" name="CaixaDeTexto 60">
                      <a:extLst>
                        <a:ext uri="{FF2B5EF4-FFF2-40B4-BE49-F238E27FC236}">
                          <a16:creationId xmlns:a16="http://schemas.microsoft.com/office/drawing/2014/main" id="{2C657A08-90E2-379D-ED67-4FA947E4D7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000</a:t>
                      </a:r>
                    </a:p>
                  </p:txBody>
                </p:sp>
              </p:grpSp>
              <p:grpSp>
                <p:nvGrpSpPr>
                  <p:cNvPr id="51" name="Agrupar 50">
                    <a:extLst>
                      <a:ext uri="{FF2B5EF4-FFF2-40B4-BE49-F238E27FC236}">
                        <a16:creationId xmlns:a16="http://schemas.microsoft.com/office/drawing/2014/main" id="{B5731386-8021-B8E6-21B3-9C54677FD8EA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9696F2C7-CB89-EBC1-D686-C5F2A6291A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9" name="CaixaDeTexto 58">
                      <a:extLst>
                        <a:ext uri="{FF2B5EF4-FFF2-40B4-BE49-F238E27FC236}">
                          <a16:creationId xmlns:a16="http://schemas.microsoft.com/office/drawing/2014/main" id="{21FC4FA3-6FCB-C2F7-5486-11B99EC27C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001</a:t>
                      </a:r>
                    </a:p>
                  </p:txBody>
                </p:sp>
              </p:grpSp>
              <p:grpSp>
                <p:nvGrpSpPr>
                  <p:cNvPr id="52" name="Agrupar 51">
                    <a:extLst>
                      <a:ext uri="{FF2B5EF4-FFF2-40B4-BE49-F238E27FC236}">
                        <a16:creationId xmlns:a16="http://schemas.microsoft.com/office/drawing/2014/main" id="{20FED2F5-E662-295A-8500-44A388C11F13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21E9EA79-B8C1-2E96-0196-82952A9D0C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7" name="CaixaDeTexto 56">
                      <a:extLst>
                        <a:ext uri="{FF2B5EF4-FFF2-40B4-BE49-F238E27FC236}">
                          <a16:creationId xmlns:a16="http://schemas.microsoft.com/office/drawing/2014/main" id="{4AF38AB7-1C94-4859-7429-8EA68A1313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010</a:t>
                      </a:r>
                    </a:p>
                  </p:txBody>
                </p:sp>
              </p:grpSp>
              <p:grpSp>
                <p:nvGrpSpPr>
                  <p:cNvPr id="53" name="Agrupar 52">
                    <a:extLst>
                      <a:ext uri="{FF2B5EF4-FFF2-40B4-BE49-F238E27FC236}">
                        <a16:creationId xmlns:a16="http://schemas.microsoft.com/office/drawing/2014/main" id="{3ECF0589-B745-CA7D-3452-579DC662A552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7975BE3D-0124-9AA7-9525-649A2DAC43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5" name="CaixaDeTexto 54">
                      <a:extLst>
                        <a:ext uri="{FF2B5EF4-FFF2-40B4-BE49-F238E27FC236}">
                          <a16:creationId xmlns:a16="http://schemas.microsoft.com/office/drawing/2014/main" id="{38E18366-0124-A67E-75A9-76342B8A42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011</a:t>
                      </a:r>
                    </a:p>
                  </p:txBody>
                </p:sp>
              </p:grpSp>
            </p:grpSp>
            <p:grpSp>
              <p:nvGrpSpPr>
                <p:cNvPr id="37" name="Agrupar 36">
                  <a:extLst>
                    <a:ext uri="{FF2B5EF4-FFF2-40B4-BE49-F238E27FC236}">
                      <a16:creationId xmlns:a16="http://schemas.microsoft.com/office/drawing/2014/main" id="{17115432-9324-F39E-E1C3-608DB12C21A9}"/>
                    </a:ext>
                  </a:extLst>
                </p:cNvPr>
                <p:cNvGrpSpPr/>
                <p:nvPr/>
              </p:nvGrpSpPr>
              <p:grpSpPr>
                <a:xfrm>
                  <a:off x="5836180" y="4011332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38" name="Agrupar 37">
                    <a:extLst>
                      <a:ext uri="{FF2B5EF4-FFF2-40B4-BE49-F238E27FC236}">
                        <a16:creationId xmlns:a16="http://schemas.microsoft.com/office/drawing/2014/main" id="{AE73AAC2-2FFB-AF4D-4070-3A7ED4B75722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id="{E2741F08-30AB-5486-0A1A-327C8C58C9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9" name="CaixaDeTexto 48">
                      <a:extLst>
                        <a:ext uri="{FF2B5EF4-FFF2-40B4-BE49-F238E27FC236}">
                          <a16:creationId xmlns:a16="http://schemas.microsoft.com/office/drawing/2014/main" id="{536A2CE9-67C8-7B79-2A23-544A679D66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100</a:t>
                      </a:r>
                    </a:p>
                  </p:txBody>
                </p:sp>
              </p:grpSp>
              <p:grpSp>
                <p:nvGrpSpPr>
                  <p:cNvPr id="39" name="Agrupar 38">
                    <a:extLst>
                      <a:ext uri="{FF2B5EF4-FFF2-40B4-BE49-F238E27FC236}">
                        <a16:creationId xmlns:a16="http://schemas.microsoft.com/office/drawing/2014/main" id="{CD81B453-E7B9-9E60-76FE-D36F64283A92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46" name="Oval 45">
                      <a:extLst>
                        <a:ext uri="{FF2B5EF4-FFF2-40B4-BE49-F238E27FC236}">
                          <a16:creationId xmlns:a16="http://schemas.microsoft.com/office/drawing/2014/main" id="{F014F17C-9A8E-A312-DB60-41C63C684A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7" name="CaixaDeTexto 46">
                      <a:extLst>
                        <a:ext uri="{FF2B5EF4-FFF2-40B4-BE49-F238E27FC236}">
                          <a16:creationId xmlns:a16="http://schemas.microsoft.com/office/drawing/2014/main" id="{0C9B0C5E-5DC0-E676-5E7C-409E17F740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101</a:t>
                      </a:r>
                    </a:p>
                  </p:txBody>
                </p:sp>
              </p:grpSp>
              <p:grpSp>
                <p:nvGrpSpPr>
                  <p:cNvPr id="40" name="Agrupar 39">
                    <a:extLst>
                      <a:ext uri="{FF2B5EF4-FFF2-40B4-BE49-F238E27FC236}">
                        <a16:creationId xmlns:a16="http://schemas.microsoft.com/office/drawing/2014/main" id="{44BF7036-E9B1-4827-CE48-DFCE47DEA7DD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44" name="Oval 43">
                      <a:extLst>
                        <a:ext uri="{FF2B5EF4-FFF2-40B4-BE49-F238E27FC236}">
                          <a16:creationId xmlns:a16="http://schemas.microsoft.com/office/drawing/2014/main" id="{DDE491A2-298E-E451-5299-00B4D9D11A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5" name="CaixaDeTexto 44">
                      <a:extLst>
                        <a:ext uri="{FF2B5EF4-FFF2-40B4-BE49-F238E27FC236}">
                          <a16:creationId xmlns:a16="http://schemas.microsoft.com/office/drawing/2014/main" id="{53F053D1-1AFB-9E28-E3DD-B13B1935A4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110</a:t>
                      </a:r>
                    </a:p>
                  </p:txBody>
                </p:sp>
              </p:grpSp>
              <p:grpSp>
                <p:nvGrpSpPr>
                  <p:cNvPr id="41" name="Agrupar 40">
                    <a:extLst>
                      <a:ext uri="{FF2B5EF4-FFF2-40B4-BE49-F238E27FC236}">
                        <a16:creationId xmlns:a16="http://schemas.microsoft.com/office/drawing/2014/main" id="{F4C9FCFB-DD56-F8FB-A80A-E5BA11EF3E88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85CF86E0-6E2F-918C-1F24-8A2AF929E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3" name="CaixaDeTexto 42">
                      <a:extLst>
                        <a:ext uri="{FF2B5EF4-FFF2-40B4-BE49-F238E27FC236}">
                          <a16:creationId xmlns:a16="http://schemas.microsoft.com/office/drawing/2014/main" id="{829E3B0A-6FE7-725C-C484-7A874D71D9A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111</a:t>
                      </a:r>
                    </a:p>
                  </p:txBody>
                </p:sp>
              </p:grpSp>
            </p:grpSp>
          </p:grpSp>
          <p:grpSp>
            <p:nvGrpSpPr>
              <p:cNvPr id="31" name="Agrupar 30">
                <a:extLst>
                  <a:ext uri="{FF2B5EF4-FFF2-40B4-BE49-F238E27FC236}">
                    <a16:creationId xmlns:a16="http://schemas.microsoft.com/office/drawing/2014/main" id="{990BD6A7-1B87-B1AF-D4D7-5F797E89353A}"/>
                  </a:ext>
                </a:extLst>
              </p:cNvPr>
              <p:cNvGrpSpPr/>
              <p:nvPr/>
            </p:nvGrpSpPr>
            <p:grpSpPr>
              <a:xfrm>
                <a:off x="11137786" y="610545"/>
                <a:ext cx="531439" cy="361777"/>
                <a:chOff x="5419646" y="4385129"/>
                <a:chExt cx="531439" cy="361777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398D2D8-09B4-6748-B086-D24A7A36924C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8D09E6CB-6B55-A8A6-A398-DA1AE4744A75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aixaDeTexto 31">
                    <a:extLst>
                      <a:ext uri="{FF2B5EF4-FFF2-40B4-BE49-F238E27FC236}">
                        <a16:creationId xmlns:a16="http://schemas.microsoft.com/office/drawing/2014/main" id="{541ED7B2-13EC-A5B2-15BC-A13B608FDC8B}"/>
                      </a:ext>
                    </a:extLst>
                  </p:cNvPr>
                  <p:cNvSpPr txBox="1"/>
                  <p:nvPr/>
                </p:nvSpPr>
                <p:spPr>
                  <a:xfrm>
                    <a:off x="8626014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32" name="CaixaDeTexto 31">
                    <a:extLst>
                      <a:ext uri="{FF2B5EF4-FFF2-40B4-BE49-F238E27FC236}">
                        <a16:creationId xmlns:a16="http://schemas.microsoft.com/office/drawing/2014/main" id="{541ED7B2-13EC-A5B2-15BC-A13B608FDC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6014" y="205740"/>
                    <a:ext cx="445045" cy="47153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778" t="-13158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3" name="Conexão Reta Unidirecional 22">
              <a:extLst>
                <a:ext uri="{FF2B5EF4-FFF2-40B4-BE49-F238E27FC236}">
                  <a16:creationId xmlns:a16="http://schemas.microsoft.com/office/drawing/2014/main" id="{71A47924-3097-5C1E-350D-8DB0E0AE96A6}"/>
                </a:ext>
              </a:extLst>
            </p:cNvPr>
            <p:cNvCxnSpPr>
              <a:cxnSpLocks/>
              <a:stCxn id="33" idx="3"/>
              <a:endCxn id="45" idx="0"/>
            </p:cNvCxnSpPr>
            <p:nvPr/>
          </p:nvCxnSpPr>
          <p:spPr>
            <a:xfrm flipH="1">
              <a:off x="8863938" y="2346394"/>
              <a:ext cx="953000" cy="155866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xão Reta Unidirecional 23">
              <a:extLst>
                <a:ext uri="{FF2B5EF4-FFF2-40B4-BE49-F238E27FC236}">
                  <a16:creationId xmlns:a16="http://schemas.microsoft.com/office/drawing/2014/main" id="{2F58ED7F-B0F5-83A0-CE6B-1C10585FE1E0}"/>
                </a:ext>
              </a:extLst>
            </p:cNvPr>
            <p:cNvCxnSpPr>
              <a:cxnSpLocks/>
              <a:stCxn id="46" idx="2"/>
              <a:endCxn id="69" idx="2"/>
            </p:cNvCxnSpPr>
            <p:nvPr/>
          </p:nvCxnSpPr>
          <p:spPr>
            <a:xfrm flipH="1">
              <a:off x="7866853" y="3897255"/>
              <a:ext cx="943795" cy="636332"/>
            </a:xfrm>
            <a:prstGeom prst="straightConnector1">
              <a:avLst/>
            </a:prstGeom>
            <a:ln w="38100">
              <a:solidFill>
                <a:srgbClr val="CA86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xão Reta Unidirecional 24">
              <a:extLst>
                <a:ext uri="{FF2B5EF4-FFF2-40B4-BE49-F238E27FC236}">
                  <a16:creationId xmlns:a16="http://schemas.microsoft.com/office/drawing/2014/main" id="{41057D12-3DF7-3B1B-5635-CCB7B0BBD42E}"/>
                </a:ext>
              </a:extLst>
            </p:cNvPr>
            <p:cNvCxnSpPr>
              <a:cxnSpLocks/>
            </p:cNvCxnSpPr>
            <p:nvPr/>
          </p:nvCxnSpPr>
          <p:spPr>
            <a:xfrm>
              <a:off x="6902052" y="2346394"/>
              <a:ext cx="964801" cy="2187193"/>
            </a:xfrm>
            <a:prstGeom prst="straightConnector1">
              <a:avLst/>
            </a:prstGeom>
            <a:ln w="38100">
              <a:solidFill>
                <a:srgbClr val="CA86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99CD5ABF-395C-8666-385F-8640C9E06C7E}"/>
              </a:ext>
            </a:extLst>
          </p:cNvPr>
          <p:cNvGrpSpPr/>
          <p:nvPr/>
        </p:nvGrpSpPr>
        <p:grpSpPr>
          <a:xfrm>
            <a:off x="7519573" y="1600658"/>
            <a:ext cx="3522693" cy="2991959"/>
            <a:chOff x="6598148" y="1595628"/>
            <a:chExt cx="3522693" cy="2991959"/>
          </a:xfrm>
        </p:grpSpPr>
        <p:grpSp>
          <p:nvGrpSpPr>
            <p:cNvPr id="91" name="!!Integrand">
              <a:extLst>
                <a:ext uri="{FF2B5EF4-FFF2-40B4-BE49-F238E27FC236}">
                  <a16:creationId xmlns:a16="http://schemas.microsoft.com/office/drawing/2014/main" id="{7B940E1F-509B-97A4-5F06-D90EB77AF6C4}"/>
                </a:ext>
              </a:extLst>
            </p:cNvPr>
            <p:cNvGrpSpPr/>
            <p:nvPr/>
          </p:nvGrpSpPr>
          <p:grpSpPr>
            <a:xfrm>
              <a:off x="6598148" y="1595628"/>
              <a:ext cx="3522693" cy="2991959"/>
              <a:chOff x="8146532" y="205740"/>
              <a:chExt cx="3522693" cy="299195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CaixaDeTexto 94">
                    <a:extLst>
                      <a:ext uri="{FF2B5EF4-FFF2-40B4-BE49-F238E27FC236}">
                        <a16:creationId xmlns:a16="http://schemas.microsoft.com/office/drawing/2014/main" id="{87CFE659-4373-71CA-D05F-87042DC9F445}"/>
                      </a:ext>
                    </a:extLst>
                  </p:cNvPr>
                  <p:cNvSpPr txBox="1"/>
                  <p:nvPr/>
                </p:nvSpPr>
                <p:spPr>
                  <a:xfrm>
                    <a:off x="9678633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5" name="CaixaDeTexto 94">
                    <a:extLst>
                      <a:ext uri="{FF2B5EF4-FFF2-40B4-BE49-F238E27FC236}">
                        <a16:creationId xmlns:a16="http://schemas.microsoft.com/office/drawing/2014/main" id="{87CFE659-4373-71CA-D05F-87042DC9F4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78633" y="205740"/>
                    <a:ext cx="445045" cy="47153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778" t="-13158" r="-83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CaixaDeTexto 95">
                    <a:extLst>
                      <a:ext uri="{FF2B5EF4-FFF2-40B4-BE49-F238E27FC236}">
                        <a16:creationId xmlns:a16="http://schemas.microsoft.com/office/drawing/2014/main" id="{DC1BEAB5-C783-6933-A714-0133182E0840}"/>
                      </a:ext>
                    </a:extLst>
                  </p:cNvPr>
                  <p:cNvSpPr txBox="1"/>
                  <p:nvPr/>
                </p:nvSpPr>
                <p:spPr>
                  <a:xfrm>
                    <a:off x="10698529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96" name="CaixaDeTexto 95">
                    <a:extLst>
                      <a:ext uri="{FF2B5EF4-FFF2-40B4-BE49-F238E27FC236}">
                        <a16:creationId xmlns:a16="http://schemas.microsoft.com/office/drawing/2014/main" id="{DC1BEAB5-C783-6933-A714-0133182E08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98529" y="205740"/>
                    <a:ext cx="445045" cy="47153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3158" r="-810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92" name="Agrupar 191">
                <a:extLst>
                  <a:ext uri="{FF2B5EF4-FFF2-40B4-BE49-F238E27FC236}">
                    <a16:creationId xmlns:a16="http://schemas.microsoft.com/office/drawing/2014/main" id="{9D1CD262-319C-D3C8-FD8F-D1A562412113}"/>
                  </a:ext>
                </a:extLst>
              </p:cNvPr>
              <p:cNvGrpSpPr/>
              <p:nvPr/>
            </p:nvGrpSpPr>
            <p:grpSpPr>
              <a:xfrm>
                <a:off x="8146532" y="610545"/>
                <a:ext cx="531439" cy="361777"/>
                <a:chOff x="5419646" y="4385129"/>
                <a:chExt cx="531439" cy="361777"/>
              </a:xfrm>
            </p:grpSpPr>
            <p:sp>
              <p:nvSpPr>
                <p:cNvPr id="264" name="Oval 263">
                  <a:extLst>
                    <a:ext uri="{FF2B5EF4-FFF2-40B4-BE49-F238E27FC236}">
                      <a16:creationId xmlns:a16="http://schemas.microsoft.com/office/drawing/2014/main" id="{48034AA7-C306-AA82-DAFA-0A997FFD5EFD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5" name="CaixaDeTexto 264">
                  <a:extLst>
                    <a:ext uri="{FF2B5EF4-FFF2-40B4-BE49-F238E27FC236}">
                      <a16:creationId xmlns:a16="http://schemas.microsoft.com/office/drawing/2014/main" id="{D0B1F003-8F66-D341-2ED3-3E6BF6B0C347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p:grpSp>
            <p:nvGrpSpPr>
              <p:cNvPr id="193" name="Agrupar 192">
                <a:extLst>
                  <a:ext uri="{FF2B5EF4-FFF2-40B4-BE49-F238E27FC236}">
                    <a16:creationId xmlns:a16="http://schemas.microsoft.com/office/drawing/2014/main" id="{D626C27D-5F8B-4DAE-8DE9-337D82831209}"/>
                  </a:ext>
                </a:extLst>
              </p:cNvPr>
              <p:cNvGrpSpPr/>
              <p:nvPr/>
            </p:nvGrpSpPr>
            <p:grpSpPr>
              <a:xfrm>
                <a:off x="9142907" y="610545"/>
                <a:ext cx="538759" cy="2587154"/>
                <a:chOff x="5829570" y="2744755"/>
                <a:chExt cx="538759" cy="2587154"/>
              </a:xfrm>
            </p:grpSpPr>
            <p:grpSp>
              <p:nvGrpSpPr>
                <p:cNvPr id="238" name="Agrupar 237">
                  <a:extLst>
                    <a:ext uri="{FF2B5EF4-FFF2-40B4-BE49-F238E27FC236}">
                      <a16:creationId xmlns:a16="http://schemas.microsoft.com/office/drawing/2014/main" id="{3B740E46-5E93-0BDB-EB57-DDEA0072349B}"/>
                    </a:ext>
                  </a:extLst>
                </p:cNvPr>
                <p:cNvGrpSpPr/>
                <p:nvPr/>
              </p:nvGrpSpPr>
              <p:grpSpPr>
                <a:xfrm>
                  <a:off x="5829570" y="2744755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252" name="Agrupar 251">
                    <a:extLst>
                      <a:ext uri="{FF2B5EF4-FFF2-40B4-BE49-F238E27FC236}">
                        <a16:creationId xmlns:a16="http://schemas.microsoft.com/office/drawing/2014/main" id="{038A16D5-C0BB-D83F-8F42-DB65A5FFB19B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62" name="CaixaDeTexto 261">
                      <a:extLst>
                        <a:ext uri="{FF2B5EF4-FFF2-40B4-BE49-F238E27FC236}">
                          <a16:creationId xmlns:a16="http://schemas.microsoft.com/office/drawing/2014/main" id="{B3F931A1-54F1-A71A-CBFD-CB8D768EAE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000</a:t>
                      </a:r>
                    </a:p>
                  </p:txBody>
                </p:sp>
                <p:sp>
                  <p:nvSpPr>
                    <p:cNvPr id="263" name="Oval 262">
                      <a:extLst>
                        <a:ext uri="{FF2B5EF4-FFF2-40B4-BE49-F238E27FC236}">
                          <a16:creationId xmlns:a16="http://schemas.microsoft.com/office/drawing/2014/main" id="{C90493B5-61D4-25A4-1EE1-5014290750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253" name="Agrupar 252">
                    <a:extLst>
                      <a:ext uri="{FF2B5EF4-FFF2-40B4-BE49-F238E27FC236}">
                        <a16:creationId xmlns:a16="http://schemas.microsoft.com/office/drawing/2014/main" id="{510BC2F3-43FE-1AA1-FC2D-D39B70047F23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60" name="Oval 259">
                      <a:extLst>
                        <a:ext uri="{FF2B5EF4-FFF2-40B4-BE49-F238E27FC236}">
                          <a16:creationId xmlns:a16="http://schemas.microsoft.com/office/drawing/2014/main" id="{72BB5871-6207-BEA8-E148-21CCE2DF9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1" name="CaixaDeTexto 260">
                      <a:extLst>
                        <a:ext uri="{FF2B5EF4-FFF2-40B4-BE49-F238E27FC236}">
                          <a16:creationId xmlns:a16="http://schemas.microsoft.com/office/drawing/2014/main" id="{A374F7C8-FC5C-B66F-1BEB-EAE2D4AD8C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001</a:t>
                      </a:r>
                    </a:p>
                  </p:txBody>
                </p:sp>
              </p:grpSp>
              <p:grpSp>
                <p:nvGrpSpPr>
                  <p:cNvPr id="254" name="Agrupar 253">
                    <a:extLst>
                      <a:ext uri="{FF2B5EF4-FFF2-40B4-BE49-F238E27FC236}">
                        <a16:creationId xmlns:a16="http://schemas.microsoft.com/office/drawing/2014/main" id="{4F68174C-29AE-8F92-85C9-A85581A0A8E0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58" name="Oval 257">
                      <a:extLst>
                        <a:ext uri="{FF2B5EF4-FFF2-40B4-BE49-F238E27FC236}">
                          <a16:creationId xmlns:a16="http://schemas.microsoft.com/office/drawing/2014/main" id="{CE6438FD-B9C5-8E7B-D5EC-99BC74F89B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9" name="CaixaDeTexto 258">
                      <a:extLst>
                        <a:ext uri="{FF2B5EF4-FFF2-40B4-BE49-F238E27FC236}">
                          <a16:creationId xmlns:a16="http://schemas.microsoft.com/office/drawing/2014/main" id="{74113154-686B-9AAB-49AB-0A5B31ADDF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010</a:t>
                      </a:r>
                    </a:p>
                  </p:txBody>
                </p:sp>
              </p:grpSp>
              <p:grpSp>
                <p:nvGrpSpPr>
                  <p:cNvPr id="255" name="Agrupar 254">
                    <a:extLst>
                      <a:ext uri="{FF2B5EF4-FFF2-40B4-BE49-F238E27FC236}">
                        <a16:creationId xmlns:a16="http://schemas.microsoft.com/office/drawing/2014/main" id="{BFFF6C02-0DCF-A194-EEF3-82F816DC1E60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56" name="Oval 255">
                      <a:extLst>
                        <a:ext uri="{FF2B5EF4-FFF2-40B4-BE49-F238E27FC236}">
                          <a16:creationId xmlns:a16="http://schemas.microsoft.com/office/drawing/2014/main" id="{AB6CE5C2-1DD6-2592-5146-1DB3667D4F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7" name="CaixaDeTexto 256">
                      <a:extLst>
                        <a:ext uri="{FF2B5EF4-FFF2-40B4-BE49-F238E27FC236}">
                          <a16:creationId xmlns:a16="http://schemas.microsoft.com/office/drawing/2014/main" id="{5E33CA39-102B-5119-5C14-A6F62F182D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011</a:t>
                      </a:r>
                    </a:p>
                  </p:txBody>
                </p:sp>
              </p:grpSp>
            </p:grpSp>
            <p:grpSp>
              <p:nvGrpSpPr>
                <p:cNvPr id="239" name="Agrupar 238">
                  <a:extLst>
                    <a:ext uri="{FF2B5EF4-FFF2-40B4-BE49-F238E27FC236}">
                      <a16:creationId xmlns:a16="http://schemas.microsoft.com/office/drawing/2014/main" id="{1E8EE054-0630-251B-5D38-56867D090D1A}"/>
                    </a:ext>
                  </a:extLst>
                </p:cNvPr>
                <p:cNvGrpSpPr/>
                <p:nvPr/>
              </p:nvGrpSpPr>
              <p:grpSpPr>
                <a:xfrm>
                  <a:off x="5836180" y="4011332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240" name="Agrupar 239">
                    <a:extLst>
                      <a:ext uri="{FF2B5EF4-FFF2-40B4-BE49-F238E27FC236}">
                        <a16:creationId xmlns:a16="http://schemas.microsoft.com/office/drawing/2014/main" id="{9AC4BB41-A3C3-FE0A-D380-69EA701A1259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50" name="Oval 249">
                      <a:extLst>
                        <a:ext uri="{FF2B5EF4-FFF2-40B4-BE49-F238E27FC236}">
                          <a16:creationId xmlns:a16="http://schemas.microsoft.com/office/drawing/2014/main" id="{9EC5259C-4696-5CBE-C326-7F5083B83D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51" name="CaixaDeTexto 250">
                      <a:extLst>
                        <a:ext uri="{FF2B5EF4-FFF2-40B4-BE49-F238E27FC236}">
                          <a16:creationId xmlns:a16="http://schemas.microsoft.com/office/drawing/2014/main" id="{4C84D3F1-5679-0564-3E95-24442E03C2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100</a:t>
                      </a:r>
                    </a:p>
                  </p:txBody>
                </p:sp>
              </p:grpSp>
              <p:grpSp>
                <p:nvGrpSpPr>
                  <p:cNvPr id="241" name="Agrupar 240">
                    <a:extLst>
                      <a:ext uri="{FF2B5EF4-FFF2-40B4-BE49-F238E27FC236}">
                        <a16:creationId xmlns:a16="http://schemas.microsoft.com/office/drawing/2014/main" id="{5CDBA18B-B4EA-4D33-0F4A-A8DECE38D96F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48" name="Oval 247">
                      <a:extLst>
                        <a:ext uri="{FF2B5EF4-FFF2-40B4-BE49-F238E27FC236}">
                          <a16:creationId xmlns:a16="http://schemas.microsoft.com/office/drawing/2014/main" id="{B9429DC2-8275-23A6-87FB-00D30CA79A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9" name="CaixaDeTexto 248">
                      <a:extLst>
                        <a:ext uri="{FF2B5EF4-FFF2-40B4-BE49-F238E27FC236}">
                          <a16:creationId xmlns:a16="http://schemas.microsoft.com/office/drawing/2014/main" id="{AA7E3F27-4D7D-CC3F-BFE8-5425C08424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101</a:t>
                      </a:r>
                    </a:p>
                  </p:txBody>
                </p:sp>
              </p:grpSp>
              <p:grpSp>
                <p:nvGrpSpPr>
                  <p:cNvPr id="242" name="Agrupar 241">
                    <a:extLst>
                      <a:ext uri="{FF2B5EF4-FFF2-40B4-BE49-F238E27FC236}">
                        <a16:creationId xmlns:a16="http://schemas.microsoft.com/office/drawing/2014/main" id="{40FBBC14-2339-F551-9260-E17D89E6B32B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46" name="Oval 245">
                      <a:extLst>
                        <a:ext uri="{FF2B5EF4-FFF2-40B4-BE49-F238E27FC236}">
                          <a16:creationId xmlns:a16="http://schemas.microsoft.com/office/drawing/2014/main" id="{677C827F-91AC-30D8-1E57-3FBF00544F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7" name="CaixaDeTexto 246">
                      <a:extLst>
                        <a:ext uri="{FF2B5EF4-FFF2-40B4-BE49-F238E27FC236}">
                          <a16:creationId xmlns:a16="http://schemas.microsoft.com/office/drawing/2014/main" id="{D0703485-98AF-1F0E-495C-0E7BC6CC0C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110</a:t>
                      </a:r>
                    </a:p>
                  </p:txBody>
                </p:sp>
              </p:grpSp>
              <p:grpSp>
                <p:nvGrpSpPr>
                  <p:cNvPr id="243" name="Agrupar 242">
                    <a:extLst>
                      <a:ext uri="{FF2B5EF4-FFF2-40B4-BE49-F238E27FC236}">
                        <a16:creationId xmlns:a16="http://schemas.microsoft.com/office/drawing/2014/main" id="{953DFF32-56AB-E659-F560-65C308993407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44" name="Oval 243">
                      <a:extLst>
                        <a:ext uri="{FF2B5EF4-FFF2-40B4-BE49-F238E27FC236}">
                          <a16:creationId xmlns:a16="http://schemas.microsoft.com/office/drawing/2014/main" id="{DD5D880A-5779-638D-B476-5E430C12B5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5" name="CaixaDeTexto 244">
                      <a:extLst>
                        <a:ext uri="{FF2B5EF4-FFF2-40B4-BE49-F238E27FC236}">
                          <a16:creationId xmlns:a16="http://schemas.microsoft.com/office/drawing/2014/main" id="{AA0400AF-22F6-11C8-C4D6-72E20F5CBD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111</a:t>
                      </a:r>
                    </a:p>
                  </p:txBody>
                </p:sp>
              </p:grpSp>
            </p:grpSp>
          </p:grpSp>
          <p:grpSp>
            <p:nvGrpSpPr>
              <p:cNvPr id="194" name="Agrupar 193">
                <a:extLst>
                  <a:ext uri="{FF2B5EF4-FFF2-40B4-BE49-F238E27FC236}">
                    <a16:creationId xmlns:a16="http://schemas.microsoft.com/office/drawing/2014/main" id="{33B60A68-88CF-2BDA-3E0F-7CB3DFAA2FBC}"/>
                  </a:ext>
                </a:extLst>
              </p:cNvPr>
              <p:cNvGrpSpPr/>
              <p:nvPr/>
            </p:nvGrpSpPr>
            <p:grpSpPr>
              <a:xfrm>
                <a:off x="10139992" y="610545"/>
                <a:ext cx="538759" cy="2587154"/>
                <a:chOff x="5829570" y="2744755"/>
                <a:chExt cx="538759" cy="2587154"/>
              </a:xfrm>
            </p:grpSpPr>
            <p:grpSp>
              <p:nvGrpSpPr>
                <p:cNvPr id="202" name="Agrupar 201">
                  <a:extLst>
                    <a:ext uri="{FF2B5EF4-FFF2-40B4-BE49-F238E27FC236}">
                      <a16:creationId xmlns:a16="http://schemas.microsoft.com/office/drawing/2014/main" id="{27636DB6-52D7-7AF7-7014-6ADDC92D26F6}"/>
                    </a:ext>
                  </a:extLst>
                </p:cNvPr>
                <p:cNvGrpSpPr/>
                <p:nvPr/>
              </p:nvGrpSpPr>
              <p:grpSpPr>
                <a:xfrm>
                  <a:off x="5829570" y="2744755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226" name="Agrupar 225">
                    <a:extLst>
                      <a:ext uri="{FF2B5EF4-FFF2-40B4-BE49-F238E27FC236}">
                        <a16:creationId xmlns:a16="http://schemas.microsoft.com/office/drawing/2014/main" id="{5864C036-9005-A81E-41EF-6E17246EB03D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36" name="Oval 235">
                      <a:extLst>
                        <a:ext uri="{FF2B5EF4-FFF2-40B4-BE49-F238E27FC236}">
                          <a16:creationId xmlns:a16="http://schemas.microsoft.com/office/drawing/2014/main" id="{90F42B29-06E6-0F58-1B70-1A9468C6D4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7" name="CaixaDeTexto 236">
                      <a:extLst>
                        <a:ext uri="{FF2B5EF4-FFF2-40B4-BE49-F238E27FC236}">
                          <a16:creationId xmlns:a16="http://schemas.microsoft.com/office/drawing/2014/main" id="{EEF88082-938A-4345-A153-CB3A477DAE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000</a:t>
                      </a:r>
                    </a:p>
                  </p:txBody>
                </p:sp>
              </p:grpSp>
              <p:grpSp>
                <p:nvGrpSpPr>
                  <p:cNvPr id="227" name="Agrupar 226">
                    <a:extLst>
                      <a:ext uri="{FF2B5EF4-FFF2-40B4-BE49-F238E27FC236}">
                        <a16:creationId xmlns:a16="http://schemas.microsoft.com/office/drawing/2014/main" id="{EEF5AA09-2406-DF1C-8558-1332A09E0D40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34" name="Oval 233">
                      <a:extLst>
                        <a:ext uri="{FF2B5EF4-FFF2-40B4-BE49-F238E27FC236}">
                          <a16:creationId xmlns:a16="http://schemas.microsoft.com/office/drawing/2014/main" id="{1A9EE6A1-B83F-FBD7-CFAD-5478EEB1C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5" name="CaixaDeTexto 234">
                      <a:extLst>
                        <a:ext uri="{FF2B5EF4-FFF2-40B4-BE49-F238E27FC236}">
                          <a16:creationId xmlns:a16="http://schemas.microsoft.com/office/drawing/2014/main" id="{D71BAA1B-DDE7-6407-B1CB-7495DC7FAE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001</a:t>
                      </a:r>
                    </a:p>
                  </p:txBody>
                </p:sp>
              </p:grpSp>
              <p:grpSp>
                <p:nvGrpSpPr>
                  <p:cNvPr id="228" name="Agrupar 227">
                    <a:extLst>
                      <a:ext uri="{FF2B5EF4-FFF2-40B4-BE49-F238E27FC236}">
                        <a16:creationId xmlns:a16="http://schemas.microsoft.com/office/drawing/2014/main" id="{630DC9A3-2C02-07FB-963D-467E3D534D5D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32" name="Oval 231">
                      <a:extLst>
                        <a:ext uri="{FF2B5EF4-FFF2-40B4-BE49-F238E27FC236}">
                          <a16:creationId xmlns:a16="http://schemas.microsoft.com/office/drawing/2014/main" id="{9DC7398C-42C0-E930-07FA-9D0DBAD634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3" name="CaixaDeTexto 232">
                      <a:extLst>
                        <a:ext uri="{FF2B5EF4-FFF2-40B4-BE49-F238E27FC236}">
                          <a16:creationId xmlns:a16="http://schemas.microsoft.com/office/drawing/2014/main" id="{05CA7833-4DC3-794B-BE39-49A6A0B595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010</a:t>
                      </a:r>
                    </a:p>
                  </p:txBody>
                </p:sp>
              </p:grpSp>
              <p:grpSp>
                <p:nvGrpSpPr>
                  <p:cNvPr id="229" name="Agrupar 228">
                    <a:extLst>
                      <a:ext uri="{FF2B5EF4-FFF2-40B4-BE49-F238E27FC236}">
                        <a16:creationId xmlns:a16="http://schemas.microsoft.com/office/drawing/2014/main" id="{613BA7B3-E99A-2D49-5708-C28DD830AB1B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30" name="Oval 229">
                      <a:extLst>
                        <a:ext uri="{FF2B5EF4-FFF2-40B4-BE49-F238E27FC236}">
                          <a16:creationId xmlns:a16="http://schemas.microsoft.com/office/drawing/2014/main" id="{9C877506-D398-A797-F018-3A62CEE4F3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31" name="CaixaDeTexto 230">
                      <a:extLst>
                        <a:ext uri="{FF2B5EF4-FFF2-40B4-BE49-F238E27FC236}">
                          <a16:creationId xmlns:a16="http://schemas.microsoft.com/office/drawing/2014/main" id="{DFB97F72-F278-262F-B0BB-831E0E3FE7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011</a:t>
                      </a:r>
                    </a:p>
                  </p:txBody>
                </p:sp>
              </p:grpSp>
            </p:grpSp>
            <p:grpSp>
              <p:nvGrpSpPr>
                <p:cNvPr id="203" name="Agrupar 202">
                  <a:extLst>
                    <a:ext uri="{FF2B5EF4-FFF2-40B4-BE49-F238E27FC236}">
                      <a16:creationId xmlns:a16="http://schemas.microsoft.com/office/drawing/2014/main" id="{DE35262B-4A38-7220-135F-CF0FF2275D48}"/>
                    </a:ext>
                  </a:extLst>
                </p:cNvPr>
                <p:cNvGrpSpPr/>
                <p:nvPr/>
              </p:nvGrpSpPr>
              <p:grpSpPr>
                <a:xfrm>
                  <a:off x="5836180" y="4011332"/>
                  <a:ext cx="532149" cy="1320577"/>
                  <a:chOff x="5829570" y="2744755"/>
                  <a:chExt cx="532149" cy="1320577"/>
                </a:xfrm>
              </p:grpSpPr>
              <p:grpSp>
                <p:nvGrpSpPr>
                  <p:cNvPr id="204" name="Agrupar 203">
                    <a:extLst>
                      <a:ext uri="{FF2B5EF4-FFF2-40B4-BE49-F238E27FC236}">
                        <a16:creationId xmlns:a16="http://schemas.microsoft.com/office/drawing/2014/main" id="{72394096-B9C9-0E44-F95C-6F8E6DAF7691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27447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24" name="Oval 223">
                      <a:extLst>
                        <a:ext uri="{FF2B5EF4-FFF2-40B4-BE49-F238E27FC236}">
                          <a16:creationId xmlns:a16="http://schemas.microsoft.com/office/drawing/2014/main" id="{B7FF7477-F95F-70D7-C325-EEBF82F138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5" name="CaixaDeTexto 224">
                      <a:extLst>
                        <a:ext uri="{FF2B5EF4-FFF2-40B4-BE49-F238E27FC236}">
                          <a16:creationId xmlns:a16="http://schemas.microsoft.com/office/drawing/2014/main" id="{B00FD8F1-F157-A415-4CFA-B45F71DD06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100</a:t>
                      </a:r>
                    </a:p>
                  </p:txBody>
                </p:sp>
              </p:grpSp>
              <p:grpSp>
                <p:nvGrpSpPr>
                  <p:cNvPr id="206" name="Agrupar 205">
                    <a:extLst>
                      <a:ext uri="{FF2B5EF4-FFF2-40B4-BE49-F238E27FC236}">
                        <a16:creationId xmlns:a16="http://schemas.microsoft.com/office/drawing/2014/main" id="{CCA7580F-2DF5-E7D6-9E85-46F95679D10D}"/>
                      </a:ext>
                    </a:extLst>
                  </p:cNvPr>
                  <p:cNvGrpSpPr/>
                  <p:nvPr/>
                </p:nvGrpSpPr>
                <p:grpSpPr>
                  <a:xfrm>
                    <a:off x="5830280" y="3067223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20" name="Oval 219">
                      <a:extLst>
                        <a:ext uri="{FF2B5EF4-FFF2-40B4-BE49-F238E27FC236}">
                          <a16:creationId xmlns:a16="http://schemas.microsoft.com/office/drawing/2014/main" id="{5E601DC1-A682-36AC-5421-D03BEF6197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1" name="CaixaDeTexto 220">
                      <a:extLst>
                        <a:ext uri="{FF2B5EF4-FFF2-40B4-BE49-F238E27FC236}">
                          <a16:creationId xmlns:a16="http://schemas.microsoft.com/office/drawing/2014/main" id="{9425CD4A-F3C9-3726-B29D-1168ADF57C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101</a:t>
                      </a:r>
                    </a:p>
                  </p:txBody>
                </p:sp>
              </p:grpSp>
              <p:grpSp>
                <p:nvGrpSpPr>
                  <p:cNvPr id="214" name="Agrupar 213">
                    <a:extLst>
                      <a:ext uri="{FF2B5EF4-FFF2-40B4-BE49-F238E27FC236}">
                        <a16:creationId xmlns:a16="http://schemas.microsoft.com/office/drawing/2014/main" id="{01D987D6-6AF0-4CCD-6B46-FF3EDFFDC50F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382800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18" name="Oval 217">
                      <a:extLst>
                        <a:ext uri="{FF2B5EF4-FFF2-40B4-BE49-F238E27FC236}">
                          <a16:creationId xmlns:a16="http://schemas.microsoft.com/office/drawing/2014/main" id="{77981716-D72E-A98E-E37B-5E33045322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9" name="CaixaDeTexto 218">
                      <a:extLst>
                        <a:ext uri="{FF2B5EF4-FFF2-40B4-BE49-F238E27FC236}">
                          <a16:creationId xmlns:a16="http://schemas.microsoft.com/office/drawing/2014/main" id="{88F75246-4502-0D69-5073-60CA0A5296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110</a:t>
                      </a:r>
                    </a:p>
                  </p:txBody>
                </p:sp>
              </p:grpSp>
              <p:grpSp>
                <p:nvGrpSpPr>
                  <p:cNvPr id="215" name="Agrupar 214">
                    <a:extLst>
                      <a:ext uri="{FF2B5EF4-FFF2-40B4-BE49-F238E27FC236}">
                        <a16:creationId xmlns:a16="http://schemas.microsoft.com/office/drawing/2014/main" id="{B4F523D6-BDCF-58A7-76C1-AA6A8B342CC0}"/>
                      </a:ext>
                    </a:extLst>
                  </p:cNvPr>
                  <p:cNvGrpSpPr/>
                  <p:nvPr/>
                </p:nvGrpSpPr>
                <p:grpSpPr>
                  <a:xfrm>
                    <a:off x="5829570" y="3703555"/>
                    <a:ext cx="531439" cy="361777"/>
                    <a:chOff x="5419646" y="4385129"/>
                    <a:chExt cx="531439" cy="361777"/>
                  </a:xfrm>
                </p:grpSpPr>
                <p:sp>
                  <p:nvSpPr>
                    <p:cNvPr id="216" name="Oval 215">
                      <a:extLst>
                        <a:ext uri="{FF2B5EF4-FFF2-40B4-BE49-F238E27FC236}">
                          <a16:creationId xmlns:a16="http://schemas.microsoft.com/office/drawing/2014/main" id="{1478C4A4-5C4B-D157-EF9A-A4A1CC3119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31366" y="4638906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17" name="CaixaDeTexto 216">
                      <a:extLst>
                        <a:ext uri="{FF2B5EF4-FFF2-40B4-BE49-F238E27FC236}">
                          <a16:creationId xmlns:a16="http://schemas.microsoft.com/office/drawing/2014/main" id="{C04A4583-5A97-494B-B6E9-EF5E1B6DB7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19646" y="4385129"/>
                      <a:ext cx="53143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sz="1400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111</a:t>
                      </a:r>
                    </a:p>
                  </p:txBody>
                </p:sp>
              </p:grpSp>
            </p:grpSp>
          </p:grpSp>
          <p:grpSp>
            <p:nvGrpSpPr>
              <p:cNvPr id="195" name="Agrupar 194">
                <a:extLst>
                  <a:ext uri="{FF2B5EF4-FFF2-40B4-BE49-F238E27FC236}">
                    <a16:creationId xmlns:a16="http://schemas.microsoft.com/office/drawing/2014/main" id="{509DA9CB-D0F7-62ED-5021-EADC4672654F}"/>
                  </a:ext>
                </a:extLst>
              </p:cNvPr>
              <p:cNvGrpSpPr/>
              <p:nvPr/>
            </p:nvGrpSpPr>
            <p:grpSpPr>
              <a:xfrm>
                <a:off x="11137786" y="610545"/>
                <a:ext cx="531439" cy="361777"/>
                <a:chOff x="5419646" y="4385129"/>
                <a:chExt cx="531439" cy="361777"/>
              </a:xfrm>
            </p:grpSpPr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8D7C2C1C-03ED-E085-81EA-6C77146C9E44}"/>
                    </a:ext>
                  </a:extLst>
                </p:cNvPr>
                <p:cNvSpPr/>
                <p:nvPr/>
              </p:nvSpPr>
              <p:spPr>
                <a:xfrm>
                  <a:off x="5631366" y="4638906"/>
                  <a:ext cx="108000" cy="108000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1" name="CaixaDeTexto 200">
                  <a:extLst>
                    <a:ext uri="{FF2B5EF4-FFF2-40B4-BE49-F238E27FC236}">
                      <a16:creationId xmlns:a16="http://schemas.microsoft.com/office/drawing/2014/main" id="{946F1C26-6A3F-5E30-DB82-95005B813603}"/>
                    </a:ext>
                  </a:extLst>
                </p:cNvPr>
                <p:cNvSpPr txBox="1"/>
                <p:nvPr/>
              </p:nvSpPr>
              <p:spPr>
                <a:xfrm>
                  <a:off x="5419646" y="4385129"/>
                  <a:ext cx="5314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>
                      <a:latin typeface="ADLaM Display" panose="02010000000000000000" pitchFamily="2" charset="77"/>
                      <a:ea typeface="ADLaM Display" panose="02010000000000000000" pitchFamily="2" charset="77"/>
                      <a:cs typeface="ADLaM Display" panose="02010000000000000000" pitchFamily="2" charset="77"/>
                    </a:rPr>
                    <a:t>000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" name="CaixaDeTexto 195">
                    <a:extLst>
                      <a:ext uri="{FF2B5EF4-FFF2-40B4-BE49-F238E27FC236}">
                        <a16:creationId xmlns:a16="http://schemas.microsoft.com/office/drawing/2014/main" id="{0850ED1E-E90D-8D17-2376-9EE5B74C6891}"/>
                      </a:ext>
                    </a:extLst>
                  </p:cNvPr>
                  <p:cNvSpPr txBox="1"/>
                  <p:nvPr/>
                </p:nvSpPr>
                <p:spPr>
                  <a:xfrm>
                    <a:off x="8626014" y="205740"/>
                    <a:ext cx="445045" cy="47153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96" name="CaixaDeTexto 195">
                    <a:extLst>
                      <a:ext uri="{FF2B5EF4-FFF2-40B4-BE49-F238E27FC236}">
                        <a16:creationId xmlns:a16="http://schemas.microsoft.com/office/drawing/2014/main" id="{0850ED1E-E90D-8D17-2376-9EE5B74C68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6014" y="205740"/>
                    <a:ext cx="445045" cy="47153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778" t="-13158" r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2" name="Conexão Reta Unidirecional 91">
              <a:extLst>
                <a:ext uri="{FF2B5EF4-FFF2-40B4-BE49-F238E27FC236}">
                  <a16:creationId xmlns:a16="http://schemas.microsoft.com/office/drawing/2014/main" id="{8DC97499-AA60-67D0-E522-57C8E46489B2}"/>
                </a:ext>
              </a:extLst>
            </p:cNvPr>
            <p:cNvCxnSpPr>
              <a:cxnSpLocks/>
              <a:stCxn id="197" idx="3"/>
              <a:endCxn id="219" idx="0"/>
            </p:cNvCxnSpPr>
            <p:nvPr/>
          </p:nvCxnSpPr>
          <p:spPr>
            <a:xfrm flipH="1">
              <a:off x="8863938" y="2346394"/>
              <a:ext cx="953000" cy="1558661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xão Reta Unidirecional 92">
              <a:extLst>
                <a:ext uri="{FF2B5EF4-FFF2-40B4-BE49-F238E27FC236}">
                  <a16:creationId xmlns:a16="http://schemas.microsoft.com/office/drawing/2014/main" id="{2C2AD7B2-5911-36F4-7D67-B26190ADD991}"/>
                </a:ext>
              </a:extLst>
            </p:cNvPr>
            <p:cNvCxnSpPr>
              <a:cxnSpLocks/>
              <a:stCxn id="220" idx="2"/>
              <a:endCxn id="245" idx="2"/>
            </p:cNvCxnSpPr>
            <p:nvPr/>
          </p:nvCxnSpPr>
          <p:spPr>
            <a:xfrm flipH="1">
              <a:off x="7866853" y="3897255"/>
              <a:ext cx="943795" cy="636332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xão Reta Unidirecional 93">
              <a:extLst>
                <a:ext uri="{FF2B5EF4-FFF2-40B4-BE49-F238E27FC236}">
                  <a16:creationId xmlns:a16="http://schemas.microsoft.com/office/drawing/2014/main" id="{F19979E3-AD83-629F-C2B4-3C0834BFE5BD}"/>
                </a:ext>
              </a:extLst>
            </p:cNvPr>
            <p:cNvCxnSpPr>
              <a:cxnSpLocks/>
            </p:cNvCxnSpPr>
            <p:nvPr/>
          </p:nvCxnSpPr>
          <p:spPr>
            <a:xfrm>
              <a:off x="6902052" y="2346394"/>
              <a:ext cx="964801" cy="2187193"/>
            </a:xfrm>
            <a:prstGeom prst="straightConnector1">
              <a:avLst/>
            </a:prstGeom>
            <a:ln w="38100">
              <a:solidFill>
                <a:srgbClr val="CA86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CaixaDeTexto 266">
                <a:extLst>
                  <a:ext uri="{FF2B5EF4-FFF2-40B4-BE49-F238E27FC236}">
                    <a16:creationId xmlns:a16="http://schemas.microsoft.com/office/drawing/2014/main" id="{A98006DF-D9E1-D485-CF67-73157239FA8D}"/>
                  </a:ext>
                </a:extLst>
              </p:cNvPr>
              <p:cNvSpPr txBox="1"/>
              <p:nvPr/>
            </p:nvSpPr>
            <p:spPr>
              <a:xfrm>
                <a:off x="2806573" y="3799808"/>
                <a:ext cx="209972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pt-P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101</m:t>
                                  </m:r>
                                </m:e>
                              </m:d>
                            </m:e>
                          </m:d>
                          <m:r>
                            <a:rPr lang="pt-P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pt-PT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pt-PT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r>
                                    <a:rPr lang="pt-PT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DLaM Display" panose="02010000000000000000" pitchFamily="2" charset="77"/>
                                    </a:rPr>
                                    <m:t>000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PT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67" name="CaixaDeTexto 266">
                <a:extLst>
                  <a:ext uri="{FF2B5EF4-FFF2-40B4-BE49-F238E27FC236}">
                    <a16:creationId xmlns:a16="http://schemas.microsoft.com/office/drawing/2014/main" id="{A98006DF-D9E1-D485-CF67-73157239F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573" y="3799808"/>
                <a:ext cx="2099723" cy="338554"/>
              </a:xfrm>
              <a:prstGeom prst="rect">
                <a:avLst/>
              </a:prstGeom>
              <a:blipFill>
                <a:blip r:embed="rId13"/>
                <a:stretch>
                  <a:fillRect l="-3593" t="-114815" b="-1814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C075477-9B67-DC21-6FF4-DCD6E72CA673}"/>
                  </a:ext>
                </a:extLst>
              </p:cNvPr>
              <p:cNvSpPr txBox="1"/>
              <p:nvPr/>
            </p:nvSpPr>
            <p:spPr>
              <a:xfrm>
                <a:off x="7911289" y="4807002"/>
                <a:ext cx="353456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𝑝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1 ∗ 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(7←5)∗ 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(5←0)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C075477-9B67-DC21-6FF4-DCD6E72CA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289" y="4807002"/>
                <a:ext cx="3534565" cy="369332"/>
              </a:xfrm>
              <a:prstGeom prst="rect">
                <a:avLst/>
              </a:prstGeom>
              <a:blipFill>
                <a:blip r:embed="rId14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FCA6B91-C78A-AE23-6941-103D7A738F5A}"/>
                  </a:ext>
                </a:extLst>
              </p:cNvPr>
              <p:cNvSpPr txBox="1"/>
              <p:nvPr/>
            </p:nvSpPr>
            <p:spPr>
              <a:xfrm>
                <a:off x="4157329" y="4807002"/>
                <a:ext cx="353456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𝑝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</m:t>
                          </m:r>
                          <m:r>
                            <a:rPr lang="pt-P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7</m:t>
                          </m:r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∗ 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1 ∗ 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(5←0)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FCA6B91-C78A-AE23-6941-103D7A73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329" y="4807002"/>
                <a:ext cx="3534565" cy="369332"/>
              </a:xfrm>
              <a:prstGeom prst="rect">
                <a:avLst/>
              </a:prstGeom>
              <a:blipFill>
                <a:blip r:embed="rId15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8981B7E-3C6D-4D69-768B-0F66BB018A7E}"/>
                  </a:ext>
                </a:extLst>
              </p:cNvPr>
              <p:cNvSpPr txBox="1"/>
              <p:nvPr/>
            </p:nvSpPr>
            <p:spPr>
              <a:xfrm>
                <a:off x="280210" y="4807002"/>
                <a:ext cx="353456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sSubPr>
                        <m:e>
                          <m: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𝑝</m:t>
                          </m:r>
                        </m:e>
                        <m:sub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</m:ctrlPr>
                            </m:accPr>
                            <m:e>
                              <m:r>
                                <a:rPr lang="pt-P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DLaM Display" panose="02010000000000000000" pitchFamily="2" charset="77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pt-P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=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d>
                        <m:dPr>
                          <m:ctrlPr>
                            <a:rPr lang="pt-P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0</m:t>
                          </m:r>
                          <m:r>
                            <a:rPr lang="pt-P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→</m:t>
                          </m:r>
                          <m:r>
                            <a:rPr lang="pt-P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DLaM Display" panose="02010000000000000000" pitchFamily="2" charset="77"/>
                            </a:rPr>
                            <m:t>7</m:t>
                          </m:r>
                        </m:e>
                      </m:d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 ∗ 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𝑝</m:t>
                      </m:r>
                      <m:r>
                        <a:rPr lang="pt-PT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DLaM Display" panose="02010000000000000000" pitchFamily="2" charset="77"/>
                        </a:rPr>
                        <m:t>(7→5)∗ 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8981B7E-3C6D-4D69-768B-0F66BB018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10" y="4807002"/>
                <a:ext cx="3534565" cy="369332"/>
              </a:xfrm>
              <a:prstGeom prst="rect">
                <a:avLst/>
              </a:prstGeom>
              <a:blipFill>
                <a:blip r:embed="rId16"/>
                <a:stretch>
                  <a:fillRect b="-129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ângulo 10">
            <a:extLst>
              <a:ext uri="{FF2B5EF4-FFF2-40B4-BE49-F238E27FC236}">
                <a16:creationId xmlns:a16="http://schemas.microsoft.com/office/drawing/2014/main" id="{249ED99E-F1B3-9C96-A3DD-2A5D7B291BD8}"/>
              </a:ext>
            </a:extLst>
          </p:cNvPr>
          <p:cNvSpPr/>
          <p:nvPr/>
        </p:nvSpPr>
        <p:spPr>
          <a:xfrm>
            <a:off x="10345479" y="4688958"/>
            <a:ext cx="1201479" cy="637954"/>
          </a:xfrm>
          <a:prstGeom prst="rect">
            <a:avLst/>
          </a:prstGeom>
          <a:solidFill>
            <a:srgbClr val="E9713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0273903-B4CF-B814-CB91-61AA02FFBCA2}"/>
              </a:ext>
            </a:extLst>
          </p:cNvPr>
          <p:cNvSpPr/>
          <p:nvPr/>
        </p:nvSpPr>
        <p:spPr>
          <a:xfrm>
            <a:off x="6583813" y="4688958"/>
            <a:ext cx="1201479" cy="637954"/>
          </a:xfrm>
          <a:prstGeom prst="rect">
            <a:avLst/>
          </a:prstGeom>
          <a:solidFill>
            <a:srgbClr val="E9713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5" name="Retângulo 204">
            <a:extLst>
              <a:ext uri="{FF2B5EF4-FFF2-40B4-BE49-F238E27FC236}">
                <a16:creationId xmlns:a16="http://schemas.microsoft.com/office/drawing/2014/main" id="{60C3F5B7-C8C6-0C89-0C98-C24E61694D6D}"/>
              </a:ext>
            </a:extLst>
          </p:cNvPr>
          <p:cNvSpPr/>
          <p:nvPr/>
        </p:nvSpPr>
        <p:spPr>
          <a:xfrm>
            <a:off x="3488789" y="4688958"/>
            <a:ext cx="451983" cy="637954"/>
          </a:xfrm>
          <a:prstGeom prst="rect">
            <a:avLst/>
          </a:prstGeom>
          <a:solidFill>
            <a:schemeClr val="accent6">
              <a:alpha val="5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347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04 1.11111E-6 L -0.29024 -0.0030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10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25 0.00486 L -0.59271 -0.0074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055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/>
      <p:bldP spid="6" grpId="0" animBg="1"/>
      <p:bldP spid="7" grpId="0" animBg="1"/>
      <p:bldP spid="9" grpId="0" animBg="1"/>
      <p:bldP spid="11" grpId="0" animBg="1"/>
      <p:bldP spid="36" grpId="0" animBg="1"/>
      <p:bldP spid="20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AC5CB-5765-D1F2-298B-73D815B9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6"/>
            <a:ext cx="10277404" cy="977900"/>
          </a:xfrm>
        </p:spPr>
        <p:txBody>
          <a:bodyPr>
            <a:normAutofit/>
          </a:bodyPr>
          <a:lstStyle/>
          <a:p>
            <a:r>
              <a:rPr lang="en-GB" sz="3600" dirty="0"/>
              <a:t>Path Integral Monte Carlo </a:t>
            </a:r>
            <a:r>
              <a:rPr lang="en-GB" sz="2800" dirty="0"/>
              <a:t>– M</a:t>
            </a:r>
            <a:r>
              <a:rPr lang="en-GB" sz="1600" dirty="0"/>
              <a:t>ultiple</a:t>
            </a:r>
            <a:r>
              <a:rPr lang="en-GB" sz="2800" dirty="0"/>
              <a:t> I</a:t>
            </a:r>
            <a:r>
              <a:rPr lang="en-GB" sz="1600" dirty="0"/>
              <a:t>mportance</a:t>
            </a:r>
            <a:r>
              <a:rPr lang="en-GB" sz="2800" dirty="0"/>
              <a:t> S</a:t>
            </a:r>
            <a:r>
              <a:rPr lang="en-GB" sz="1600" dirty="0"/>
              <a:t>ampling</a:t>
            </a:r>
            <a:endParaRPr lang="en-GB" sz="36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5AAACAD-764A-4B04-CD12-8E23ACA9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A63D1EC-B03F-B790-49EE-FEDC5BF4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18</a:t>
            </a:fld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038B1A4-1289-C19E-A58C-A98D6B3932B9}"/>
                  </a:ext>
                </a:extLst>
              </p:cNvPr>
              <p:cNvSpPr txBox="1"/>
              <p:nvPr/>
            </p:nvSpPr>
            <p:spPr>
              <a:xfrm>
                <a:off x="726329" y="1968984"/>
                <a:ext cx="5207095" cy="1131143"/>
              </a:xfrm>
              <a:prstGeom prst="rect">
                <a:avLst/>
              </a:prstGeom>
              <a:solidFill>
                <a:srgbClr val="54595E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𝐼</m:t>
                      </m:r>
                      <m:r>
                        <a:rPr lang="pt-PT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≈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1</m:t>
                          </m:r>
                        </m:num>
                        <m:den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PT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𝑖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=0</m:t>
                          </m:r>
                        </m:sub>
                        <m:sup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𝑁</m:t>
                          </m:r>
                          <m:r>
                            <a:rPr lang="pt-PT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𝑙</m:t>
                              </m:r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𝐿</m:t>
                              </m:r>
                              <m:r>
                                <a:rPr lang="pt-PT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−1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fPr>
                                <m:num>
                                  <m: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𝑖</m:t>
                                          </m:r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,</m:t>
                                          </m:r>
                                          <m:r>
                                            <a:rPr lang="pt-PT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r>
                                    <a:rPr lang="pt-PT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pt-PT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pt-PT" sz="24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ADLaM Display" panose="02010000000000000000" pitchFamily="2" charset="77"/>
                                                  <a:cs typeface="ADLaM Display" panose="02010000000000000000" pitchFamily="2" charset="77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𝑖</m:t>
                                          </m:r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,</m:t>
                                          </m:r>
                                          <m:r>
                                            <a:rPr lang="pt-PT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038B1A4-1289-C19E-A58C-A98D6B393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29" y="1968984"/>
                <a:ext cx="5207095" cy="1131143"/>
              </a:xfrm>
              <a:prstGeom prst="rect">
                <a:avLst/>
              </a:prstGeom>
              <a:blipFill>
                <a:blip r:embed="rId2"/>
                <a:stretch>
                  <a:fillRect t="-102222" b="-15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BA80DBB7-3AA4-CD95-49AE-7E9562AD4319}"/>
              </a:ext>
            </a:extLst>
          </p:cNvPr>
          <p:cNvSpPr txBox="1"/>
          <p:nvPr/>
        </p:nvSpPr>
        <p:spPr>
          <a:xfrm>
            <a:off x="2330705" y="1599651"/>
            <a:ext cx="27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Bidirectional – no MIS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9D663B2-AE71-C71B-82C8-21CFA5EEB7E9}"/>
                  </a:ext>
                </a:extLst>
              </p:cNvPr>
              <p:cNvSpPr txBox="1"/>
              <p:nvPr/>
            </p:nvSpPr>
            <p:spPr>
              <a:xfrm>
                <a:off x="474132" y="3268348"/>
                <a:ext cx="4392518" cy="979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𝑀𝐼𝑆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𝑖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,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pt-P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=</m:t>
                      </m:r>
                      <m:r>
                        <a:rPr lang="pt-PT" sz="2400" b="0" i="1" smtClean="0"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𝑤</m:t>
                      </m:r>
                      <m:d>
                        <m:dPr>
                          <m:ctrlPr>
                            <a:rPr lang="pt-PT" sz="2400" i="1"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acc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𝑖</m:t>
                              </m:r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,</m:t>
                              </m:r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𝑓</m:t>
                          </m:r>
                          <m:d>
                            <m:d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𝑖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,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PT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𝑝</m:t>
                          </m:r>
                          <m:d>
                            <m:d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𝑖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,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A9D663B2-AE71-C71B-82C8-21CFA5EEB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132" y="3268348"/>
                <a:ext cx="4392518" cy="979051"/>
              </a:xfrm>
              <a:prstGeom prst="rect">
                <a:avLst/>
              </a:prstGeom>
              <a:blipFill>
                <a:blip r:embed="rId3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5D3B0C0-0F60-3497-4229-977816505997}"/>
                  </a:ext>
                </a:extLst>
              </p:cNvPr>
              <p:cNvSpPr txBox="1"/>
              <p:nvPr/>
            </p:nvSpPr>
            <p:spPr>
              <a:xfrm>
                <a:off x="5102480" y="3360162"/>
                <a:ext cx="4392518" cy="979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pt-P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sSubPr>
                            <m:e>
                              <m: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pt-PT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𝑀𝐼𝑆</m:t>
                              </m:r>
                            </m:sub>
                          </m:sSub>
                          <m:d>
                            <m:d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𝑖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,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pt-PT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m:t>=</m:t>
                      </m:r>
                      <m:f>
                        <m:fPr>
                          <m:ctrlPr>
                            <a:rPr lang="pt-PT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</m:ctrlPr>
                        </m:fPr>
                        <m:num>
                          <m:r>
                            <a:rPr lang="pt-PT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m:t>𝑓</m:t>
                          </m:r>
                          <m:d>
                            <m:dPr>
                              <m:ctrlPr>
                                <a:rPr lang="pt-PT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PT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𝑖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,</m:t>
                                  </m:r>
                                  <m:r>
                                    <a:rPr lang="pt-PT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𝑡</m:t>
                              </m:r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𝐿</m:t>
                              </m:r>
                              <m:r>
                                <a:rPr lang="pt-PT" sz="2400" i="1">
                                  <a:latin typeface="Cambria Math" panose="02040503050406030204" pitchFamily="18" charset="0"/>
                                  <a:ea typeface="ADLaM Display" panose="02010000000000000000" pitchFamily="2" charset="77"/>
                                  <a:cs typeface="ADLaM Display" panose="02010000000000000000" pitchFamily="2" charset="77"/>
                                </a:rPr>
                                <m:t>−1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sSubPr>
                                <m:e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PT" sz="2400" i="1">
                                      <a:latin typeface="Cambria Math" panose="02040503050406030204" pitchFamily="18" charset="0"/>
                                      <a:ea typeface="ADLaM Display" panose="02010000000000000000" pitchFamily="2" charset="77"/>
                                      <a:cs typeface="ADLaM Display" panose="02010000000000000000" pitchFamily="2" charset="7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pt-PT" sz="2400" i="1"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PT" sz="2400" i="1">
                                              <a:latin typeface="Cambria Math" panose="02040503050406030204" pitchFamily="18" charset="0"/>
                                              <a:ea typeface="ADLaM Display" panose="02010000000000000000" pitchFamily="2" charset="77"/>
                                              <a:cs typeface="ADLaM Display" panose="02010000000000000000" pitchFamily="2" charset="77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𝑖</m:t>
                                      </m:r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,</m:t>
                                      </m:r>
                                      <m:r>
                                        <a:rPr lang="pt-PT" sz="2400" i="1">
                                          <a:latin typeface="Cambria Math" panose="02040503050406030204" pitchFamily="18" charset="0"/>
                                          <a:ea typeface="ADLaM Display" panose="02010000000000000000" pitchFamily="2" charset="77"/>
                                          <a:cs typeface="ADLaM Display" panose="02010000000000000000" pitchFamily="2" charset="77"/>
                                        </a:rPr>
                                        <m:t>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5D3B0C0-0F60-3497-4229-977816505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480" y="3360162"/>
                <a:ext cx="4392518" cy="979051"/>
              </a:xfrm>
              <a:prstGeom prst="rect">
                <a:avLst/>
              </a:prstGeom>
              <a:blipFill>
                <a:blip r:embed="rId4"/>
                <a:stretch>
                  <a:fillRect t="-10256" b="-88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2ECD9BB-A047-E94C-7470-81BC3C69766B}"/>
              </a:ext>
            </a:extLst>
          </p:cNvPr>
          <p:cNvGrpSpPr/>
          <p:nvPr/>
        </p:nvGrpSpPr>
        <p:grpSpPr>
          <a:xfrm>
            <a:off x="474132" y="4540147"/>
            <a:ext cx="4392518" cy="1318991"/>
            <a:chOff x="474132" y="4391606"/>
            <a:chExt cx="4392518" cy="13189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FBA5162C-5289-A4FF-0571-9409B99FE69A}"/>
                    </a:ext>
                  </a:extLst>
                </p:cNvPr>
                <p:cNvSpPr txBox="1"/>
                <p:nvPr/>
              </p:nvSpPr>
              <p:spPr>
                <a:xfrm>
                  <a:off x="474132" y="4731546"/>
                  <a:ext cx="4392518" cy="97905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𝑤</m:t>
                        </m:r>
                        <m:d>
                          <m:dPr>
                            <m:ctrlPr>
                              <a:rPr lang="pt-PT" sz="2400" i="1"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400" i="1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PT" sz="2400" i="1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𝑖</m:t>
                                </m:r>
                                <m:r>
                                  <a:rPr lang="pt-PT" sz="2400" i="1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,</m:t>
                                </m:r>
                                <m:r>
                                  <a:rPr lang="pt-PT" sz="2400" i="1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  <m:r>
                          <a:rPr lang="pt-PT" sz="2400" b="0" i="1" smtClean="0"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=</m:t>
                        </m:r>
                        <m:f>
                          <m:fPr>
                            <m:ctrlPr>
                              <a:rPr lang="pt-PT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fPr>
                          <m:num>
                            <m:r>
                              <a:rPr lang="pt-PT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pt-PT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PT" sz="2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𝑖</m:t>
                                    </m:r>
                                    <m: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,</m:t>
                                    </m:r>
                                    <m: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pt-PT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pt-PT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𝑡</m:t>
                                </m:r>
                                <m:r>
                                  <a:rPr lang="pt-PT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pt-PT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𝐿</m:t>
                                </m:r>
                                <m:r>
                                  <a:rPr lang="pt-PT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pt-PT" sz="240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PT" sz="2400" i="1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pt-PT" sz="2400" b="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𝑡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pt-PT" sz="2400" i="1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PT" sz="2400" i="1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𝑖</m:t>
                                        </m:r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,</m:t>
                                        </m:r>
                                        <m:r>
                                          <a:rPr lang="pt-PT" sz="24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</m:oMath>
                    </m:oMathPara>
                  </a14:m>
                  <a:endParaRPr lang="en-GB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FBA5162C-5289-A4FF-0571-9409B99FE6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32" y="4731546"/>
                  <a:ext cx="4392518" cy="979051"/>
                </a:xfrm>
                <a:prstGeom prst="rect">
                  <a:avLst/>
                </a:prstGeom>
                <a:blipFill>
                  <a:blip r:embed="rId5"/>
                  <a:stretch>
                    <a:fillRect t="-11538" b="-8846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C619FC6-E3D6-7458-C437-750C9BCF1FC4}"/>
                </a:ext>
              </a:extLst>
            </p:cNvPr>
            <p:cNvSpPr txBox="1"/>
            <p:nvPr/>
          </p:nvSpPr>
          <p:spPr>
            <a:xfrm>
              <a:off x="1284503" y="4391606"/>
              <a:ext cx="27717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Balance Heuristic</a:t>
              </a:r>
            </a:p>
          </p:txBody>
        </p:sp>
      </p:grpSp>
      <p:grpSp>
        <p:nvGrpSpPr>
          <p:cNvPr id="18" name="!!MIS">
            <a:extLst>
              <a:ext uri="{FF2B5EF4-FFF2-40B4-BE49-F238E27FC236}">
                <a16:creationId xmlns:a16="http://schemas.microsoft.com/office/drawing/2014/main" id="{EE2F9C17-E11D-F8DD-3A6D-0244B654A576}"/>
              </a:ext>
            </a:extLst>
          </p:cNvPr>
          <p:cNvGrpSpPr/>
          <p:nvPr/>
        </p:nvGrpSpPr>
        <p:grpSpPr>
          <a:xfrm>
            <a:off x="6334776" y="1618699"/>
            <a:ext cx="5207095" cy="1500475"/>
            <a:chOff x="6258576" y="1599651"/>
            <a:chExt cx="5207095" cy="1500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73204DE9-8C4C-AC75-B595-01FD90B2C6A8}"/>
                    </a:ext>
                  </a:extLst>
                </p:cNvPr>
                <p:cNvSpPr txBox="1"/>
                <p:nvPr/>
              </p:nvSpPr>
              <p:spPr>
                <a:xfrm>
                  <a:off x="6258576" y="1968983"/>
                  <a:ext cx="5207095" cy="1131143"/>
                </a:xfrm>
                <a:prstGeom prst="rect">
                  <a:avLst/>
                </a:prstGeom>
                <a:solidFill>
                  <a:srgbClr val="54595E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𝐼</m:t>
                        </m:r>
                        <m:r>
                          <a:rPr lang="pt-P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≈</m:t>
                        </m:r>
                        <m:f>
                          <m:fPr>
                            <m:ctrlPr>
                              <a:rPr lang="pt-PT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fPr>
                          <m:num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1</m:t>
                            </m:r>
                          </m:num>
                          <m:den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pt-PT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𝑖</m:t>
                            </m:r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=0</m:t>
                            </m:r>
                          </m:sub>
                          <m:sup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𝑁</m:t>
                            </m:r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−1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𝑙</m:t>
                                </m:r>
                                <m: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𝐿</m:t>
                                </m:r>
                                <m: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−1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pt-PT" sz="24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pt-PT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,</m:t>
                                            </m:r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pt-PT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pt-PT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𝑡</m:t>
                                        </m:r>
                                        <m:r>
                                          <a:rPr lang="pt-PT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pt-PT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𝐿</m:t>
                                        </m:r>
                                        <m:r>
                                          <a:rPr lang="pt-PT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pt-PT" sz="2400" i="1">
                                                        <a:solidFill>
                                                          <a:schemeClr val="bg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pt-PT" sz="2400" i="1">
                                                        <a:solidFill>
                                                          <a:schemeClr val="bg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e>
                            </m:nary>
                          </m:e>
                        </m:nary>
                      </m:oMath>
                    </m:oMathPara>
                  </a14:m>
                  <a:endParaRPr lang="en-GB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73204DE9-8C4C-AC75-B595-01FD90B2C6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576" y="1968983"/>
                  <a:ext cx="5207095" cy="1131143"/>
                </a:xfrm>
                <a:prstGeom prst="rect">
                  <a:avLst/>
                </a:prstGeom>
                <a:blipFill>
                  <a:blip r:embed="rId6"/>
                  <a:stretch>
                    <a:fillRect t="-102222" b="-15777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5281BF6A-1D1A-452C-1431-11C1CBE05EFB}"/>
                </a:ext>
              </a:extLst>
            </p:cNvPr>
            <p:cNvSpPr txBox="1"/>
            <p:nvPr/>
          </p:nvSpPr>
          <p:spPr>
            <a:xfrm>
              <a:off x="7476235" y="1599651"/>
              <a:ext cx="2771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Bidirectional –MIS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EA2CA90F-8BB2-5951-E1BB-040B7CFF9EE3}"/>
              </a:ext>
            </a:extLst>
          </p:cNvPr>
          <p:cNvGrpSpPr/>
          <p:nvPr/>
        </p:nvGrpSpPr>
        <p:grpSpPr>
          <a:xfrm>
            <a:off x="6334776" y="1618699"/>
            <a:ext cx="5207095" cy="1500475"/>
            <a:chOff x="6258576" y="1599651"/>
            <a:chExt cx="5207095" cy="15004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CFA3B180-3288-CAA8-2AFF-48D21988A071}"/>
                    </a:ext>
                  </a:extLst>
                </p:cNvPr>
                <p:cNvSpPr txBox="1"/>
                <p:nvPr/>
              </p:nvSpPr>
              <p:spPr>
                <a:xfrm>
                  <a:off x="6258576" y="1968983"/>
                  <a:ext cx="5207095" cy="1131143"/>
                </a:xfrm>
                <a:prstGeom prst="rect">
                  <a:avLst/>
                </a:prstGeom>
                <a:solidFill>
                  <a:srgbClr val="54595E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𝐼</m:t>
                        </m:r>
                        <m:r>
                          <a:rPr lang="pt-PT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≈</m:t>
                        </m:r>
                        <m:f>
                          <m:fPr>
                            <m:ctrlPr>
                              <a:rPr lang="pt-PT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fPr>
                          <m:num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1</m:t>
                            </m:r>
                          </m:num>
                          <m:den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pt-PT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𝑖</m:t>
                            </m:r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=0</m:t>
                            </m:r>
                          </m:sub>
                          <m:sup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𝑁</m:t>
                            </m:r>
                            <m:r>
                              <a:rPr lang="pt-PT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−1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𝑙</m:t>
                                </m:r>
                                <m: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𝐿</m:t>
                                </m:r>
                                <m:r>
                                  <a:rPr lang="pt-PT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−1</m:t>
                                </m:r>
                              </m:sup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pt-PT" sz="2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PT" sz="2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sz="2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pt-PT" sz="2400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𝑀𝐼𝑆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pt-PT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pt-PT" sz="24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,</m:t>
                                            </m:r>
                                            <m:r>
                                              <a:rPr lang="pt-PT" sz="24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nary>
                          </m:e>
                        </m:nary>
                      </m:oMath>
                    </m:oMathPara>
                  </a14:m>
                  <a:endParaRPr lang="en-GB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CaixaDeTexto 6">
                  <a:extLst>
                    <a:ext uri="{FF2B5EF4-FFF2-40B4-BE49-F238E27FC236}">
                      <a16:creationId xmlns:a16="http://schemas.microsoft.com/office/drawing/2014/main" id="{CFA3B180-3288-CAA8-2AFF-48D21988A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576" y="1968983"/>
                  <a:ext cx="5207095" cy="1131143"/>
                </a:xfrm>
                <a:prstGeom prst="rect">
                  <a:avLst/>
                </a:prstGeom>
                <a:blipFill>
                  <a:blip r:embed="rId7"/>
                  <a:stretch>
                    <a:fillRect t="-102222" b="-15777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34EAB272-4461-00E7-64F7-E26546585BD2}"/>
                </a:ext>
              </a:extLst>
            </p:cNvPr>
            <p:cNvSpPr txBox="1"/>
            <p:nvPr/>
          </p:nvSpPr>
          <p:spPr>
            <a:xfrm>
              <a:off x="7476235" y="1599651"/>
              <a:ext cx="2771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Bidirectional –MIS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920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88 0.02431 L -0.01588 0.437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64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1F0C-0797-59F3-AEC4-E8C5508A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515BE-2095-F30B-BA23-79A66D3A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6"/>
            <a:ext cx="10277404" cy="977900"/>
          </a:xfrm>
        </p:spPr>
        <p:txBody>
          <a:bodyPr>
            <a:normAutofit/>
          </a:bodyPr>
          <a:lstStyle/>
          <a:p>
            <a:r>
              <a:rPr lang="en-GB" sz="3600" dirty="0"/>
              <a:t>Path Integral Monte Carlo </a:t>
            </a:r>
            <a:r>
              <a:rPr lang="en-GB" sz="2800" dirty="0"/>
              <a:t>– BD M</a:t>
            </a:r>
            <a:r>
              <a:rPr lang="en-GB" sz="1600" dirty="0"/>
              <a:t>ultiple</a:t>
            </a:r>
            <a:r>
              <a:rPr lang="en-GB" sz="2800" dirty="0"/>
              <a:t> I</a:t>
            </a:r>
            <a:r>
              <a:rPr lang="en-GB" sz="1600" dirty="0"/>
              <a:t>mportance</a:t>
            </a:r>
            <a:r>
              <a:rPr lang="en-GB" sz="2800" dirty="0"/>
              <a:t> S</a:t>
            </a:r>
            <a:r>
              <a:rPr lang="en-GB" sz="1600" dirty="0"/>
              <a:t>ampling</a:t>
            </a:r>
            <a:endParaRPr lang="en-GB" sz="36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511B818-3A47-AC12-3FFB-279F5885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06B2B40-1B84-37B0-4531-DD868F85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19</a:t>
            </a:fld>
            <a:endParaRPr lang="en-GB" sz="1400" dirty="0"/>
          </a:p>
        </p:txBody>
      </p:sp>
      <p:grpSp>
        <p:nvGrpSpPr>
          <p:cNvPr id="18" name="!!MIS">
            <a:extLst>
              <a:ext uri="{FF2B5EF4-FFF2-40B4-BE49-F238E27FC236}">
                <a16:creationId xmlns:a16="http://schemas.microsoft.com/office/drawing/2014/main" id="{AE2EA156-B562-5B3D-4A48-2A22C5D3275C}"/>
              </a:ext>
            </a:extLst>
          </p:cNvPr>
          <p:cNvGrpSpPr/>
          <p:nvPr/>
        </p:nvGrpSpPr>
        <p:grpSpPr>
          <a:xfrm>
            <a:off x="3169216" y="1345285"/>
            <a:ext cx="5853567" cy="1673600"/>
            <a:chOff x="6258576" y="1599651"/>
            <a:chExt cx="5853567" cy="1673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9F7C74CD-E771-89F2-7C97-9550337DF462}"/>
                    </a:ext>
                  </a:extLst>
                </p:cNvPr>
                <p:cNvSpPr txBox="1"/>
                <p:nvPr/>
              </p:nvSpPr>
              <p:spPr>
                <a:xfrm>
                  <a:off x="6258576" y="1968983"/>
                  <a:ext cx="5853567" cy="1304268"/>
                </a:xfrm>
                <a:prstGeom prst="rect">
                  <a:avLst/>
                </a:prstGeom>
                <a:solidFill>
                  <a:srgbClr val="54595E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PT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𝐼</m:t>
                        </m:r>
                        <m:r>
                          <a:rPr lang="pt-PT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≈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pt-PT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sSubPr>
                              <m:e>
                                <m:r>
                                  <a:rPr lang="pt-PT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pt-PT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𝐵𝐷</m:t>
                                </m:r>
                              </m:sub>
                            </m:sSub>
                          </m:e>
                        </m:d>
                        <m:r>
                          <a:rPr lang="pt-PT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=</m:t>
                        </m:r>
                        <m:f>
                          <m:fPr>
                            <m:ctrlPr>
                              <a:rPr lang="pt-PT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fPr>
                          <m:num>
                            <m:r>
                              <a:rPr lang="pt-PT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1</m:t>
                            </m:r>
                          </m:num>
                          <m:den>
                            <m:r>
                              <a:rPr lang="pt-PT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pt-PT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PT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𝑖</m:t>
                            </m:r>
                            <m:r>
                              <a:rPr lang="pt-PT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=0</m:t>
                            </m:r>
                          </m:sub>
                          <m:sup>
                            <m:r>
                              <a:rPr lang="pt-PT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𝑁</m:t>
                            </m:r>
                            <m:r>
                              <a:rPr lang="pt-PT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−1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pt-PT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pt-PT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𝑙</m:t>
                                </m:r>
                                <m:r>
                                  <a:rPr lang="pt-PT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pt-PT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𝐿</m:t>
                                </m:r>
                                <m:r>
                                  <a:rPr lang="pt-PT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−1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pt-PT" sz="28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pt-PT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pt-PT" sz="28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pt-PT" sz="28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,</m:t>
                                            </m:r>
                                            <m: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𝑙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pt-PT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pt-PT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𝑡</m:t>
                                        </m:r>
                                        <m:r>
                                          <a:rPr lang="pt-PT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=0</m:t>
                                        </m:r>
                                      </m:sub>
                                      <m:sup>
                                        <m:r>
                                          <a:rPr lang="pt-PT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𝐿</m:t>
                                        </m:r>
                                        <m:r>
                                          <a:rPr lang="pt-PT" sz="28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−1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pt-PT" sz="280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PT" sz="28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pt-PT" sz="2800" i="1">
                                                        <a:solidFill>
                                                          <a:schemeClr val="bg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pt-PT" sz="2800" i="1">
                                                        <a:solidFill>
                                                          <a:schemeClr val="bg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pt-PT" sz="28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pt-PT" sz="28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pt-PT" sz="280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e>
                            </m:nary>
                          </m:e>
                        </m:nary>
                      </m:oMath>
                    </m:oMathPara>
                  </a14:m>
                  <a:endParaRPr lang="en-GB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9F7C74CD-E771-89F2-7C97-9550337DF4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576" y="1968983"/>
                  <a:ext cx="5853567" cy="1304268"/>
                </a:xfrm>
                <a:prstGeom prst="rect">
                  <a:avLst/>
                </a:prstGeom>
                <a:blipFill>
                  <a:blip r:embed="rId2"/>
                  <a:stretch>
                    <a:fillRect t="-100000" b="-15769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75C18CBA-945C-C1AA-731D-F43E0D6D6EE0}"/>
                </a:ext>
              </a:extLst>
            </p:cNvPr>
            <p:cNvSpPr txBox="1"/>
            <p:nvPr/>
          </p:nvSpPr>
          <p:spPr>
            <a:xfrm>
              <a:off x="7799471" y="1599651"/>
              <a:ext cx="2771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rPr>
                <a:t>Bidirectional – MIS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A2DB97D3-3E13-22E4-3982-0A615423DDEF}"/>
                  </a:ext>
                </a:extLst>
              </p:cNvPr>
              <p:cNvSpPr txBox="1"/>
              <p:nvPr/>
            </p:nvSpPr>
            <p:spPr>
              <a:xfrm>
                <a:off x="999459" y="3579685"/>
                <a:ext cx="5996763" cy="1933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PT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𝑡</m:t>
                        </m:r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=0</m:t>
                        </m:r>
                      </m:sub>
                      <m:sup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𝐿</m:t>
                        </m:r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𝑝</m:t>
                            </m:r>
                          </m:e>
                          <m:sub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𝑖</m:t>
                                </m:r>
                                <m: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,</m:t>
                                </m:r>
                                <m: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pt-PT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m:t>&gt;0</m:t>
                    </m:r>
                  </m:oMath>
                </a14:m>
                <a:endParaRPr lang="pt-PT" sz="2400" b="0" dirty="0">
                  <a:solidFill>
                    <a:schemeClr val="tx1"/>
                  </a:solidFill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𝑡</m:t>
                        </m:r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=0</m:t>
                        </m:r>
                      </m:sub>
                      <m:sup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𝐿</m:t>
                        </m:r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sSub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𝑝</m:t>
                            </m:r>
                          </m:e>
                          <m:sub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𝑖</m:t>
                                </m:r>
                                <m: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,</m:t>
                                </m:r>
                                <m: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𝑙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pt-PT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m:t>≥</m:t>
                    </m:r>
                    <m:sSub>
                      <m:sSubPr>
                        <m:ctrlP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sSubPr>
                      <m:e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𝑝</m:t>
                        </m:r>
                      </m:e>
                      <m:sub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accPr>
                              <m:e>
                                <m:r>
                                  <a:rPr lang="pt-PT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𝑖</m:t>
                            </m:r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,</m:t>
                            </m:r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pt-PT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ADLaM Display" panose="02010000000000000000" pitchFamily="2" charset="77"/>
                        <a:cs typeface="ADLaM Display" panose="02010000000000000000" pitchFamily="2" charset="77"/>
                      </a:rPr>
                      <m:t>, </m:t>
                    </m:r>
                    <m:sSub>
                      <m:sSubPr>
                        <m:ctrlPr>
                          <a:rPr lang="pt-PT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sSubPr>
                      <m:e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∀</m:t>
                        </m:r>
                      </m:e>
                      <m:sub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𝑡</m:t>
                        </m:r>
                        <m:r>
                          <a:rPr lang="pt-PT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0,…,</m:t>
                            </m:r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𝐿</m:t>
                            </m:r>
                            <m:r>
                              <a:rPr lang="pt-PT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−1</m:t>
                            </m:r>
                          </m:e>
                        </m:d>
                      </m:sub>
                    </m:sSub>
                  </m:oMath>
                </a14:m>
                <a:endParaRPr lang="en-GB" sz="2800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PT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PT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pt-PT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sSubPr>
                              <m:e>
                                <m:r>
                                  <a:rPr lang="pt-PT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pt-PT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𝐵𝐷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pt-PT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PT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PT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pt-PT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ADLaM Display" panose="02010000000000000000" pitchFamily="2" charset="77"/>
                                <a:cs typeface="ADLaM Display" panose="02010000000000000000" pitchFamily="2" charset="7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PT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</m:ctrlPr>
                              </m:sSubPr>
                              <m:e>
                                <m:r>
                                  <a:rPr lang="pt-PT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pt-PT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𝐹𝑊𝐷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A2DB97D3-3E13-22E4-3982-0A615423D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59" y="3579685"/>
                <a:ext cx="5996763" cy="1933030"/>
              </a:xfrm>
              <a:prstGeom prst="rect">
                <a:avLst/>
              </a:prstGeom>
              <a:blipFill>
                <a:blip r:embed="rId3"/>
                <a:stretch>
                  <a:fillRect l="-2954" t="-20915" b="-12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609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D3065-F64E-B228-C5C5-62381D09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Results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DB21699-83EC-0CD5-A4B4-BAFA78B2D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dirty="0"/>
              <a:t>Simulator</a:t>
            </a:r>
          </a:p>
          <a:p>
            <a:pPr lvl="1"/>
            <a:r>
              <a:rPr lang="en-GB" dirty="0"/>
              <a:t>Forward and Bidirectional Monte Carlo sum of Feynman paths</a:t>
            </a:r>
          </a:p>
          <a:p>
            <a:pPr lvl="1"/>
            <a:r>
              <a:rPr lang="en-GB" dirty="0"/>
              <a:t>Deterministic exact sum of Feynman paths</a:t>
            </a:r>
          </a:p>
          <a:p>
            <a:pPr lvl="1"/>
            <a:r>
              <a:rPr lang="en-GB" dirty="0"/>
              <a:t>C++</a:t>
            </a:r>
          </a:p>
          <a:p>
            <a:pPr lvl="1"/>
            <a:r>
              <a:rPr lang="en-GB" dirty="0"/>
              <a:t>Parallel resources exploitation:</a:t>
            </a:r>
          </a:p>
          <a:p>
            <a:pPr lvl="2"/>
            <a:r>
              <a:rPr lang="en-GB" dirty="0"/>
              <a:t>vectorized</a:t>
            </a:r>
          </a:p>
          <a:p>
            <a:pPr lvl="2"/>
            <a:r>
              <a:rPr lang="en-GB" dirty="0"/>
              <a:t>multi-threaded</a:t>
            </a:r>
          </a:p>
          <a:p>
            <a:pPr lvl="2"/>
            <a:r>
              <a:rPr lang="en-GB" dirty="0"/>
              <a:t>multiple-nodes (MPI)</a:t>
            </a:r>
          </a:p>
          <a:p>
            <a:pPr lvl="1"/>
            <a:r>
              <a:rPr lang="en-GB" dirty="0"/>
              <a:t>Executed on Deucalion </a:t>
            </a:r>
            <a:r>
              <a:rPr lang="en-GB" sz="1800" dirty="0"/>
              <a:t>(</a:t>
            </a:r>
            <a:r>
              <a:rPr lang="en-GB" sz="1800" dirty="0">
                <a:hlinkClick r:id="rId2"/>
              </a:rPr>
              <a:t>https://docs.macc.fccn.pt/</a:t>
            </a:r>
            <a:r>
              <a:rPr lang="en-GB" sz="1800" dirty="0"/>
              <a:t>)  </a:t>
            </a:r>
          </a:p>
          <a:p>
            <a:pPr lvl="2"/>
            <a:r>
              <a:rPr lang="en-GB" dirty="0"/>
              <a:t>x86 partition: 128 physical cores / node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EAD31C6-FEDA-5EAC-1F46-CFB4EAC0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65D9FA7-2012-08B3-0341-A3C607D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20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56508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6091-25D6-A24D-36EA-BB5F0F29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0B001-E2C5-39E9-2B06-FCE67006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Experimental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7851664-9F8C-D749-FA37-7831EC53C3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GB" dirty="0"/>
                  <a:t>Metrics</a:t>
                </a:r>
              </a:p>
              <a:p>
                <a:pPr lvl="1"/>
                <a:r>
                  <a:rPr lang="en-GB" dirty="0"/>
                  <a:t>Variance as a function of the number of samples</a:t>
                </a:r>
              </a:p>
              <a:p>
                <a:pPr lvl="1"/>
                <a:r>
                  <a:rPr lang="en-GB" dirty="0"/>
                  <a:t>Variance as a function of execution time</a:t>
                </a:r>
              </a:p>
              <a:p>
                <a:pPr lvl="1"/>
                <a:r>
                  <a:rPr lang="en-GB" dirty="0"/>
                  <a:t>Efficiency as a function of the number of samples: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PT" b="0" i="0" smtClean="0">
                        <a:latin typeface="Cambria Math" panose="02040503050406030204" pitchFamily="18" charset="0"/>
                      </a:rPr>
                      <m:t>Eff</m:t>
                    </m:r>
                    <m:r>
                      <a:rPr lang="pt-PT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P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𝑡𝑖𝑚𝑒</m:t>
                            </m:r>
                          </m:e>
                        </m:d>
                      </m:e>
                      <m: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GB" dirty="0"/>
              </a:p>
              <a:p>
                <a:pPr>
                  <a:spcAft>
                    <a:spcPts val="1200"/>
                  </a:spcAft>
                </a:pPr>
                <a:r>
                  <a:rPr lang="en-GB" dirty="0"/>
                  <a:t>Circuits</a:t>
                </a:r>
              </a:p>
              <a:p>
                <a:pPr lvl="1"/>
                <a:r>
                  <a:rPr lang="en-GB" dirty="0"/>
                  <a:t>Efficient SU2: </a:t>
                </a:r>
                <a:r>
                  <a:rPr lang="en-GB" sz="2000" dirty="0"/>
                  <a:t>5, 15 and 25 qubits</a:t>
                </a:r>
                <a:endParaRPr lang="en-GB" dirty="0"/>
              </a:p>
              <a:p>
                <a:pPr lvl="1"/>
                <a:r>
                  <a:rPr lang="en-GB" dirty="0"/>
                  <a:t>IQP: </a:t>
                </a:r>
                <a:r>
                  <a:rPr lang="en-GB" sz="2000" dirty="0"/>
                  <a:t>5, 15 and 25 qubits</a:t>
                </a:r>
              </a:p>
              <a:p>
                <a:pPr lvl="1"/>
                <a:r>
                  <a:rPr lang="en-GB" dirty="0"/>
                  <a:t>RND: </a:t>
                </a:r>
                <a:r>
                  <a:rPr lang="en-GB" sz="2000" dirty="0"/>
                  <a:t>8, 10 and 12 qubits</a:t>
                </a:r>
              </a:p>
              <a:p>
                <a:pPr lvl="1"/>
                <a:r>
                  <a:rPr lang="en-GB" dirty="0"/>
                  <a:t>HSC: </a:t>
                </a:r>
                <a:r>
                  <a:rPr lang="en-GB" sz="2000" dirty="0"/>
                  <a:t>256, 1024 and 4096 qubits</a:t>
                </a:r>
              </a:p>
            </p:txBody>
          </p:sp>
        </mc:Choice>
        <mc:Fallback xmlns="">
          <p:sp>
            <p:nvSpPr>
              <p:cNvPr id="3" name="Marcador de Posição de Conteúdo 2">
                <a:extLst>
                  <a:ext uri="{FF2B5EF4-FFF2-40B4-BE49-F238E27FC236}">
                    <a16:creationId xmlns:a16="http://schemas.microsoft.com/office/drawing/2014/main" id="{B7851664-9F8C-D749-FA37-7831EC53C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14" t="-2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ED57DEA-AE41-1D30-E3E9-2B46923C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A952727-E7A2-3EF3-318E-E49C0C2E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21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31130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B470DEC-4B2A-6543-2311-F3DDF7F7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234" y="365125"/>
            <a:ext cx="9642566" cy="1325563"/>
          </a:xfrm>
        </p:spPr>
        <p:txBody>
          <a:bodyPr/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Variance: number of samples (N)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51F338-5758-55F7-8214-D1B400547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0" y="2222024"/>
            <a:ext cx="5908259" cy="3132000"/>
          </a:xfrm>
          <a:prstGeom prst="rect">
            <a:avLst/>
          </a:prstGeom>
          <a:noFill/>
        </p:spPr>
      </p:pic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DA69D8DD-7318-1385-B830-54BD13F8933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57143" y="2221499"/>
            <a:ext cx="5859417" cy="3132000"/>
          </a:xfrm>
          <a:prstGeom prst="rect">
            <a:avLst/>
          </a:prstGeom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F427429-2D05-D5D5-DF31-8833E20D28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From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Light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to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Feynman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endParaRPr lang="en-GB" dirty="0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217503F-DE0D-2923-DD87-FD6D8A35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BE83D77-72D8-6C4C-84A5-01A3F8C18DB9}" type="slidenum">
              <a:rPr lang="en-GB" smtClean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pPr>
                <a:spcAft>
                  <a:spcPts val="600"/>
                </a:spcAft>
              </a:pPr>
              <a:t>22</a:t>
            </a:fld>
            <a:endParaRPr lang="en-GB" dirty="0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4CB679D-5A56-C777-C951-43947B785170}"/>
              </a:ext>
            </a:extLst>
          </p:cNvPr>
          <p:cNvSpPr txBox="1"/>
          <p:nvPr/>
        </p:nvSpPr>
        <p:spPr>
          <a:xfrm>
            <a:off x="2203886" y="5485250"/>
            <a:ext cx="1753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Efficient SU2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F3C920-9C1E-2222-2D7F-74EB05736F39}"/>
              </a:ext>
            </a:extLst>
          </p:cNvPr>
          <p:cNvSpPr txBox="1"/>
          <p:nvPr/>
        </p:nvSpPr>
        <p:spPr>
          <a:xfrm>
            <a:off x="8714794" y="5485250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RND</a:t>
            </a:r>
          </a:p>
        </p:txBody>
      </p:sp>
    </p:spTree>
    <p:extLst>
      <p:ext uri="{BB962C8B-B14F-4D97-AF65-F5344CB8AC3E}">
        <p14:creationId xmlns:p14="http://schemas.microsoft.com/office/powerpoint/2010/main" val="2291043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1E0A-306A-5AA7-819D-787DA8F4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F5015BB-FBFF-E09E-7D24-F44511397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234" y="365125"/>
            <a:ext cx="9642566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Variance: execution time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439E404-6E7F-FDDF-6218-8F7435B41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01" y="2132363"/>
            <a:ext cx="5796000" cy="3129836"/>
          </a:xfrm>
          <a:prstGeom prst="rect">
            <a:avLst/>
          </a:prstGeom>
          <a:noFill/>
        </p:spPr>
      </p:pic>
      <p:pic>
        <p:nvPicPr>
          <p:cNvPr id="9" name="Marcador de Posição de Conteúdo 8">
            <a:extLst>
              <a:ext uri="{FF2B5EF4-FFF2-40B4-BE49-F238E27FC236}">
                <a16:creationId xmlns:a16="http://schemas.microsoft.com/office/drawing/2014/main" id="{7C74C084-8364-B9A5-CB63-C9DE272F10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1" y="2132363"/>
            <a:ext cx="5795998" cy="3159999"/>
          </a:xfrm>
          <a:prstGeom prst="rect">
            <a:avLst/>
          </a:prstGeom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557E264-53E2-34DD-7216-5F86FF80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From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Light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to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Feynman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endParaRPr lang="en-GB" dirty="0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E2FDE58-90CA-5325-0787-C141424F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BE83D77-72D8-6C4C-84A5-01A3F8C18DB9}" type="slidenum">
              <a:rPr lang="en-GB" smtClean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pPr>
                <a:spcAft>
                  <a:spcPts val="600"/>
                </a:spcAft>
              </a:pPr>
              <a:t>23</a:t>
            </a:fld>
            <a:endParaRPr lang="en-GB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51CDE7-D8EC-CF68-F6EB-F1402D20F670}"/>
              </a:ext>
            </a:extLst>
          </p:cNvPr>
          <p:cNvSpPr txBox="1"/>
          <p:nvPr/>
        </p:nvSpPr>
        <p:spPr>
          <a:xfrm>
            <a:off x="2812261" y="5409164"/>
            <a:ext cx="619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IQP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63AF5C9-E9BD-BB8B-E937-C7076D5ADA60}"/>
              </a:ext>
            </a:extLst>
          </p:cNvPr>
          <p:cNvSpPr txBox="1"/>
          <p:nvPr/>
        </p:nvSpPr>
        <p:spPr>
          <a:xfrm>
            <a:off x="8698143" y="5409164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RND</a:t>
            </a:r>
          </a:p>
        </p:txBody>
      </p:sp>
    </p:spTree>
    <p:extLst>
      <p:ext uri="{BB962C8B-B14F-4D97-AF65-F5344CB8AC3E}">
        <p14:creationId xmlns:p14="http://schemas.microsoft.com/office/powerpoint/2010/main" val="626844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DC1E-B4B5-A264-2B68-39A86939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2536C27-2474-FAEE-F925-7CA58FDA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234" y="365125"/>
            <a:ext cx="9642566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Efficiency: number of samples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20B6AC-D8EB-938F-A118-570FC9ED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From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Light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to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Feynman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endParaRPr lang="en-GB" dirty="0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CD13116-B15D-BB7A-7FF1-E27D9586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BE83D77-72D8-6C4C-84A5-01A3F8C18DB9}" type="slidenum">
              <a:rPr lang="en-GB" smtClean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pPr>
                <a:spcAft>
                  <a:spcPts val="600"/>
                </a:spcAft>
              </a:pPr>
              <a:t>24</a:t>
            </a:fld>
            <a:endParaRPr lang="en-GB" dirty="0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71480E5-3925-25BF-A139-A1E5F44FD16B}"/>
              </a:ext>
            </a:extLst>
          </p:cNvPr>
          <p:cNvSpPr txBox="1"/>
          <p:nvPr/>
        </p:nvSpPr>
        <p:spPr>
          <a:xfrm>
            <a:off x="2812261" y="5409164"/>
            <a:ext cx="619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IQP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E857D2-15E4-601F-BA40-5E85E0ACDF71}"/>
              </a:ext>
            </a:extLst>
          </p:cNvPr>
          <p:cNvSpPr txBox="1"/>
          <p:nvPr/>
        </p:nvSpPr>
        <p:spPr>
          <a:xfrm>
            <a:off x="8698143" y="5409164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RND</a:t>
            </a:r>
          </a:p>
        </p:txBody>
      </p:sp>
      <p:grpSp>
        <p:nvGrpSpPr>
          <p:cNvPr id="3" name="!!myFig">
            <a:extLst>
              <a:ext uri="{FF2B5EF4-FFF2-40B4-BE49-F238E27FC236}">
                <a16:creationId xmlns:a16="http://schemas.microsoft.com/office/drawing/2014/main" id="{4F23E14C-6E99-2B89-3126-6A9601CDC9E4}"/>
              </a:ext>
            </a:extLst>
          </p:cNvPr>
          <p:cNvGrpSpPr/>
          <p:nvPr/>
        </p:nvGrpSpPr>
        <p:grpSpPr>
          <a:xfrm>
            <a:off x="151801" y="2132363"/>
            <a:ext cx="11932199" cy="3267463"/>
            <a:chOff x="151801" y="2132363"/>
            <a:chExt cx="11932199" cy="3267463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5C740BDE-AA7B-65FB-BC9B-542E9E1DC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801" y="2132363"/>
              <a:ext cx="5832000" cy="326746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422CB9B-46A1-E453-BF04-627668F35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2000" y="2143751"/>
              <a:ext cx="5832000" cy="3245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6668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03949-2B8C-971A-D550-B01E0E17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B9D98D1-F7D3-8BA9-786F-1EEB0FBF5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234" y="365125"/>
            <a:ext cx="9642566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Large Hidden Shift Circuits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697F170-918C-585C-0961-6798CF74ED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From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Light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to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Feynman</a:t>
            </a:r>
            <a:r>
              <a:rPr lang="pt-PT" dirty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dirty="0" err="1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Paths</a:t>
            </a:r>
            <a:endParaRPr lang="en-GB" dirty="0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B79BC0B-8F9D-E861-9AAE-AF53A945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BE83D77-72D8-6C4C-84A5-01A3F8C18DB9}" type="slidenum">
              <a:rPr lang="en-GB" smtClean="0">
                <a:solidFill>
                  <a:schemeClr val="tx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pPr>
                <a:spcAft>
                  <a:spcPts val="600"/>
                </a:spcAft>
              </a:pPr>
              <a:t>25</a:t>
            </a:fld>
            <a:endParaRPr lang="en-GB" dirty="0">
              <a:solidFill>
                <a:schemeClr val="tx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A7F591-6C36-BC14-8000-4D0B7AB82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2646"/>
            <a:ext cx="7772400" cy="376083"/>
          </a:xfrm>
          <a:prstGeom prst="rect">
            <a:avLst/>
          </a:prstGeom>
        </p:spPr>
      </p:pic>
      <p:pic>
        <p:nvPicPr>
          <p:cNvPr id="6" name="!!myFig">
            <a:extLst>
              <a:ext uri="{FF2B5EF4-FFF2-40B4-BE49-F238E27FC236}">
                <a16:creationId xmlns:a16="http://schemas.microsoft.com/office/drawing/2014/main" id="{635E1DD2-BB37-CA15-9071-C3565A8A4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75137"/>
            <a:ext cx="7772400" cy="421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029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F117-8DBE-3F52-DE74-C3F11C3A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131C6-E138-C049-CE63-0BB09E34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Path Space Sparseness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858EE5-FC24-2B6C-9650-073596CA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EEEBB37-70C6-EB58-DB4E-ADA11F7A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26</a:t>
            </a:fld>
            <a:endParaRPr lang="en-GB" sz="1400" dirty="0"/>
          </a:p>
        </p:txBody>
      </p:sp>
      <p:grpSp>
        <p:nvGrpSpPr>
          <p:cNvPr id="3" name="!!myFig">
            <a:extLst>
              <a:ext uri="{FF2B5EF4-FFF2-40B4-BE49-F238E27FC236}">
                <a16:creationId xmlns:a16="http://schemas.microsoft.com/office/drawing/2014/main" id="{B7E5A418-3A00-1D3A-D47D-C609D5A35AFD}"/>
              </a:ext>
            </a:extLst>
          </p:cNvPr>
          <p:cNvGrpSpPr/>
          <p:nvPr/>
        </p:nvGrpSpPr>
        <p:grpSpPr>
          <a:xfrm>
            <a:off x="279400" y="1713172"/>
            <a:ext cx="11623244" cy="3215809"/>
            <a:chOff x="279400" y="1713172"/>
            <a:chExt cx="11623244" cy="3215809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FAF9536F-B9E2-9651-C769-2AC0B83881A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9400" y="1713172"/>
              <a:ext cx="5760000" cy="3195120"/>
              <a:chOff x="317500" y="1713156"/>
              <a:chExt cx="7772400" cy="4311412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1064660B-B2E3-4FB0-246B-F6FBA89182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500" y="1713156"/>
                <a:ext cx="7772400" cy="760756"/>
              </a:xfrm>
              <a:prstGeom prst="rect">
                <a:avLst/>
              </a:prstGeom>
            </p:spPr>
          </p:pic>
          <p:pic>
            <p:nvPicPr>
              <p:cNvPr id="9" name="Imagem 8">
                <a:extLst>
                  <a:ext uri="{FF2B5EF4-FFF2-40B4-BE49-F238E27FC236}">
                    <a16:creationId xmlns:a16="http://schemas.microsoft.com/office/drawing/2014/main" id="{E32F47A5-3F3E-E381-4E43-E7E5959EB9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500" y="2473912"/>
                <a:ext cx="7772400" cy="3550656"/>
              </a:xfrm>
              <a:prstGeom prst="rect">
                <a:avLst/>
              </a:prstGeom>
            </p:spPr>
          </p:pic>
        </p:grp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3913A256-A823-61BD-E9F8-892677B4DC48}"/>
                </a:ext>
              </a:extLst>
            </p:cNvPr>
            <p:cNvGrpSpPr/>
            <p:nvPr/>
          </p:nvGrpSpPr>
          <p:grpSpPr>
            <a:xfrm>
              <a:off x="6134100" y="1713172"/>
              <a:ext cx="5768544" cy="3215809"/>
              <a:chOff x="6108700" y="1713172"/>
              <a:chExt cx="5768544" cy="3215809"/>
            </a:xfrm>
          </p:grpSpPr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0659609D-EACE-7905-0410-40578478F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08700" y="1713172"/>
                <a:ext cx="5760000" cy="563784"/>
              </a:xfrm>
              <a:prstGeom prst="rect">
                <a:avLst/>
              </a:prstGeom>
            </p:spPr>
          </p:pic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F4DDC757-CD7C-858B-926F-7DC467DB0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17244" y="2159000"/>
                <a:ext cx="5760000" cy="276998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65952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E8DF-73B6-DC36-758A-3D9A12D56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A6078-A39B-73E4-63B4-9EA02E0B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Path Space Sparseness – FWD versus BD</a:t>
            </a:r>
          </a:p>
        </p:txBody>
      </p:sp>
      <p:pic>
        <p:nvPicPr>
          <p:cNvPr id="3" name="!!myFig">
            <a:extLst>
              <a:ext uri="{FF2B5EF4-FFF2-40B4-BE49-F238E27FC236}">
                <a16:creationId xmlns:a16="http://schemas.microsoft.com/office/drawing/2014/main" id="{55AA7A9B-8E49-09E5-B38F-F5B5C0ED9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349" y="1378857"/>
            <a:ext cx="9683301" cy="4841649"/>
          </a:xfrm>
          <a:prstGeom prst="rect">
            <a:avLst/>
          </a:prstGeom>
          <a:noFill/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584D65C-0F7C-975B-4DC2-55F4619B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32" y="6368344"/>
            <a:ext cx="324246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258C0C5-3985-F7F4-90D9-FC2C44516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724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BE83D77-72D8-6C4C-84A5-01A3F8C18DB9}" type="slidenum">
              <a:rPr lang="en-GB" smtClean="0"/>
              <a:pPr>
                <a:spcAft>
                  <a:spcPts val="600"/>
                </a:spcAft>
              </a:pPr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336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4E05-7B3B-8AE9-E0D3-458AB8ACF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5F964-5905-CB3C-245B-48010C1E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Hardness of Classical Simulation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08E992F-05BA-7A0E-4ADC-A73AD9F0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6E3AD63-E291-3732-AF3C-6E8FC0EF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28</a:t>
            </a:fld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!!myFig">
                <a:extLst>
                  <a:ext uri="{FF2B5EF4-FFF2-40B4-BE49-F238E27FC236}">
                    <a16:creationId xmlns:a16="http://schemas.microsoft.com/office/drawing/2014/main" id="{39656339-5A58-633D-349E-D746D47BB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55016"/>
                  </p:ext>
                </p:extLst>
              </p:nvPr>
            </p:nvGraphicFramePr>
            <p:xfrm>
              <a:off x="1228724" y="1542478"/>
              <a:ext cx="9734552" cy="37730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32100">
                      <a:extLst>
                        <a:ext uri="{9D8B030D-6E8A-4147-A177-3AD203B41FA5}">
                          <a16:colId xmlns:a16="http://schemas.microsoft.com/office/drawing/2014/main" val="3984652063"/>
                        </a:ext>
                      </a:extLst>
                    </a:gridCol>
                    <a:gridCol w="3429000">
                      <a:extLst>
                        <a:ext uri="{9D8B030D-6E8A-4147-A177-3AD203B41FA5}">
                          <a16:colId xmlns:a16="http://schemas.microsoft.com/office/drawing/2014/main" val="415733906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12452567"/>
                        </a:ext>
                      </a:extLst>
                    </a:gridCol>
                    <a:gridCol w="1847852">
                      <a:extLst>
                        <a:ext uri="{9D8B030D-6E8A-4147-A177-3AD203B41FA5}">
                          <a16:colId xmlns:a16="http://schemas.microsoft.com/office/drawing/2014/main" val="252360305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Context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Metric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Easy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Hard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3113440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Magic</a:t>
                          </a:r>
                        </a:p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(stabilizer theory)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stabilizer extent</a:t>
                          </a:r>
                          <a:endParaRPr lang="en-GB" sz="2000" dirty="0">
                            <a:latin typeface="ADLaM Display" panose="02010000000000000000" pitchFamily="2" charset="77"/>
                            <a:ea typeface="ADLaM Display" panose="02010000000000000000" pitchFamily="2" charset="77"/>
                            <a:cs typeface="ADLaM Display" panose="02010000000000000000" pitchFamily="2" charset="77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𝜉</m:t>
                                </m:r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sz="20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 anchor="ctr" anchorCtr="1"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𝜉</m:t>
                                </m:r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sz="20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≫1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 anchor="ctr" anchorCtr="1"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560816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𝜉</m:t>
                                </m:r>
                                <m:d>
                                  <m:dPr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sz="20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limLoc m:val="subSup"/>
                                            <m:supHide m:val="on"/>
                                            <m:ctrlP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9"/>
                                              </m:rP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𝑘</m:t>
                                            </m:r>
                                          </m:sub>
                                          <m:sup/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pt-PT" sz="2000" i="1"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pt-PT" sz="2000" i="1"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pt-PT" sz="2000" i="1"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  <m:t>𝑐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pt-PT" sz="2000" i="1"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 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  <m:sup>
                                    <m: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DLaM Display" panose="02010000000000000000" pitchFamily="2" charset="77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2000" dirty="0">
                            <a:latin typeface="ADLaM Display" panose="02010000000000000000" pitchFamily="2" charset="77"/>
                            <a:ea typeface="ADLaM Display" panose="02010000000000000000" pitchFamily="2" charset="77"/>
                            <a:cs typeface="ADLaM Display" panose="02010000000000000000" pitchFamily="2" charset="77"/>
                          </a:endParaRPr>
                        </a:p>
                      </a:txBody>
                      <a:tcPr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623510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Redundancy</a:t>
                          </a:r>
                        </a:p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(decision diagrams)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redundancy</a:t>
                          </a:r>
                        </a:p>
                      </a:txBody>
                      <a:tcPr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𝑅</m:t>
                                </m:r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𝑅</m:t>
                                </m:r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002860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𝑅</m:t>
                                </m:r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  <m:t>𝐷𝐷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GB" sz="2000" dirty="0">
                            <a:latin typeface="ADLaM Display" panose="02010000000000000000" pitchFamily="2" charset="77"/>
                            <a:ea typeface="ADLaM Display" panose="02010000000000000000" pitchFamily="2" charset="77"/>
                            <a:cs typeface="ADLaM Display" panose="02010000000000000000" pitchFamily="2" charset="77"/>
                          </a:endParaRPr>
                        </a:p>
                      </a:txBody>
                      <a:tcPr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804198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Monte Carlo</a:t>
                          </a:r>
                        </a:p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(numerical sign)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average phase</a:t>
                          </a:r>
                        </a:p>
                      </a:txBody>
                      <a:tcPr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GB" sz="200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GB" sz="200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DLaM Display" panose="02010000000000000000" pitchFamily="2" charset="77"/>
                                              </a:rPr>
                                              <m:t>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GB" sz="200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GB" sz="200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DLaM Display" panose="02010000000000000000" pitchFamily="2" charset="77"/>
                                              </a:rPr>
                                              <m:t>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≪1</m:t>
                                </m:r>
                              </m:oMath>
                            </m:oMathPara>
                          </a14:m>
                          <a:endParaRPr lang="en-GB" sz="2000" dirty="0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60388134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𝜒</m:t>
                                </m:r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GB" sz="200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GB" sz="200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GB" sz="200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𝑒</m:t>
                                            </m:r>
                                          </m:e>
                                          <m:sup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ADLaM Display" panose="02010000000000000000" pitchFamily="2" charset="77"/>
                                              </a:rPr>
                                              <m:t>𝜙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ADLaM Display" panose="02010000000000000000" pitchFamily="2" charset="77"/>
                                    <a:cs typeface="ADLaM Display" panose="02010000000000000000" pitchFamily="2" charset="77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PT" sz="2000" b="0" i="1" smtClean="0">
                                        <a:latin typeface="Cambria Math" panose="02040503050406030204" pitchFamily="18" charset="0"/>
                                        <a:ea typeface="ADLaM Display" panose="02010000000000000000" pitchFamily="2" charset="77"/>
                                        <a:cs typeface="ADLaM Display" panose="02010000000000000000" pitchFamily="2" charset="77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pt-PT" sz="2000" b="0" i="1" smtClean="0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hr m:val="∑"/>
                                            <m:subHide m:val="on"/>
                                            <m:supHide m:val="on"/>
                                            <m:ctrlP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naryPr>
                                          <m:sub/>
                                          <m:sup/>
                                          <m:e>
                                            <m:r>
                                              <a:rPr lang="pt-PT" sz="2000" b="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𝑓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PT" sz="2000" b="0" i="1" smtClean="0"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pt-PT" sz="2000" b="0" i="1" smtClean="0"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pt-PT" sz="2000" b="0" i="1" smtClean="0"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</m:nary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subHide m:val="on"/>
                                        <m:supHide m:val="on"/>
                                        <m:ctrlPr>
                                          <a:rPr lang="pt-PT" sz="2000" i="1">
                                            <a:latin typeface="Cambria Math" panose="02040503050406030204" pitchFamily="18" charset="0"/>
                                            <a:ea typeface="ADLaM Display" panose="02010000000000000000" pitchFamily="2" charset="77"/>
                                            <a:cs typeface="ADLaM Display" panose="02010000000000000000" pitchFamily="2" charset="77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pt-PT" sz="2000" i="1" smtClean="0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PT" sz="2000" i="1">
                                                <a:latin typeface="Cambria Math" panose="02040503050406030204" pitchFamily="18" charset="0"/>
                                                <a:ea typeface="ADLaM Display" panose="02010000000000000000" pitchFamily="2" charset="77"/>
                                                <a:cs typeface="ADLaM Display" panose="02010000000000000000" pitchFamily="2" charset="77"/>
                                              </a:rPr>
                                              <m:t>𝑓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pt-PT" sz="2000" i="1">
                                                    <a:latin typeface="Cambria Math" panose="02040503050406030204" pitchFamily="18" charset="0"/>
                                                    <a:ea typeface="ADLaM Display" panose="02010000000000000000" pitchFamily="2" charset="77"/>
                                                    <a:cs typeface="ADLaM Display" panose="02010000000000000000" pitchFamily="2" charset="77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pt-PT" sz="2000" i="1"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pt-PT" sz="2000" i="1">
                                                        <a:latin typeface="Cambria Math" panose="02040503050406030204" pitchFamily="18" charset="0"/>
                                                        <a:ea typeface="ADLaM Display" panose="02010000000000000000" pitchFamily="2" charset="77"/>
                                                        <a:cs typeface="ADLaM Display" panose="02010000000000000000" pitchFamily="2" charset="77"/>
                                                      </a:rPr>
                                                      <m:t>𝑝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GB" sz="2000" dirty="0">
                            <a:latin typeface="ADLaM Display" panose="02010000000000000000" pitchFamily="2" charset="77"/>
                            <a:ea typeface="ADLaM Display" panose="02010000000000000000" pitchFamily="2" charset="77"/>
                            <a:cs typeface="ADLaM Display" panose="02010000000000000000" pitchFamily="2" charset="77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11052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!!myFig">
                <a:extLst>
                  <a:ext uri="{FF2B5EF4-FFF2-40B4-BE49-F238E27FC236}">
                    <a16:creationId xmlns:a16="http://schemas.microsoft.com/office/drawing/2014/main" id="{39656339-5A58-633D-349E-D746D47BB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555016"/>
                  </p:ext>
                </p:extLst>
              </p:nvPr>
            </p:nvGraphicFramePr>
            <p:xfrm>
              <a:off x="1228724" y="1542478"/>
              <a:ext cx="9734552" cy="377304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32100">
                      <a:extLst>
                        <a:ext uri="{9D8B030D-6E8A-4147-A177-3AD203B41FA5}">
                          <a16:colId xmlns:a16="http://schemas.microsoft.com/office/drawing/2014/main" val="3984652063"/>
                        </a:ext>
                      </a:extLst>
                    </a:gridCol>
                    <a:gridCol w="3429000">
                      <a:extLst>
                        <a:ext uri="{9D8B030D-6E8A-4147-A177-3AD203B41FA5}">
                          <a16:colId xmlns:a16="http://schemas.microsoft.com/office/drawing/2014/main" val="415733906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12452567"/>
                        </a:ext>
                      </a:extLst>
                    </a:gridCol>
                    <a:gridCol w="1847852">
                      <a:extLst>
                        <a:ext uri="{9D8B030D-6E8A-4147-A177-3AD203B41FA5}">
                          <a16:colId xmlns:a16="http://schemas.microsoft.com/office/drawing/2014/main" val="2523603050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Context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Metric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Easy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bg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Hard</a:t>
                          </a:r>
                        </a:p>
                      </a:txBody>
                      <a:tcPr>
                        <a:solidFill>
                          <a:srgbClr val="686E7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3113440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Magic</a:t>
                          </a:r>
                        </a:p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(stabilizer theory)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stabilizer extent</a:t>
                          </a:r>
                          <a:endParaRPr lang="en-GB" sz="2000" dirty="0">
                            <a:latin typeface="ADLaM Display" panose="02010000000000000000" pitchFamily="2" charset="77"/>
                            <a:ea typeface="ADLaM Display" panose="02010000000000000000" pitchFamily="2" charset="77"/>
                            <a:cs typeface="ADLaM Display" panose="02010000000000000000" pitchFamily="2" charset="77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 anchorCtr="1"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5938" t="-58427" r="-116406" b="-26629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 anchorCtr="1"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6027" t="-58427" r="-2055" b="-266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608160"/>
                      </a:ext>
                    </a:extLst>
                  </a:tr>
                  <a:tr h="723583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2288" t="-147368" r="-102214" b="-41578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6235106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Redundancy</a:t>
                          </a:r>
                        </a:p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(decision diagrams)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redundancy</a:t>
                          </a:r>
                        </a:p>
                      </a:txBody>
                      <a:tcPr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5938" t="-158427" r="-116406" b="-16629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6027" t="-158427" r="-2055" b="-166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0028604"/>
                      </a:ext>
                    </a:extLst>
                  </a:tr>
                  <a:tr h="728091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lnB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2288" t="-296552" r="-102214" b="-255172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8041986"/>
                      </a:ext>
                    </a:extLst>
                  </a:tr>
                  <a:tr h="3962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Monte Carlo</a:t>
                          </a:r>
                        </a:p>
                        <a:p>
                          <a:pPr algn="ctr"/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(numerical sign)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dirty="0">
                              <a:solidFill>
                                <a:schemeClr val="tx1"/>
                              </a:solidFill>
                              <a:latin typeface="ADLaM Display" panose="02010000000000000000" pitchFamily="2" charset="77"/>
                              <a:ea typeface="ADLaM Display" panose="02010000000000000000" pitchFamily="2" charset="77"/>
                              <a:cs typeface="ADLaM Display" panose="02010000000000000000" pitchFamily="2" charset="77"/>
                            </a:rPr>
                            <a:t>average phase</a:t>
                          </a:r>
                        </a:p>
                      </a:txBody>
                      <a:tcPr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85938" t="-258427" r="-116406" b="-6629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 anchor="ctr" anchorCtr="1">
                        <a:lnT w="571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426027" t="-258427" r="-2055" b="-66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3881343"/>
                      </a:ext>
                    </a:extLst>
                  </a:tr>
                  <a:tr h="736410"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PT"/>
                        </a:p>
                      </a:txBody>
                      <a:tcPr>
                        <a:blipFill>
                          <a:blip r:embed="rId3"/>
                          <a:stretch>
                            <a:fillRect l="-82288" t="-450000" r="-102214" b="-101724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11052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171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53792-709C-4AC4-3689-AD51C846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C5A02-11D4-B02E-107F-46593E341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Hardness of Classical Simulation – SU5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CA88123-B2D2-C364-77AA-F5925A6D2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ABBCDB9-64D6-D6E8-F5CC-DECFD50A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29</a:t>
            </a:fld>
            <a:endParaRPr lang="en-GB" sz="1400" dirty="0"/>
          </a:p>
        </p:txBody>
      </p:sp>
      <p:pic>
        <p:nvPicPr>
          <p:cNvPr id="9" name="!!PathSpace">
            <a:extLst>
              <a:ext uri="{FF2B5EF4-FFF2-40B4-BE49-F238E27FC236}">
                <a16:creationId xmlns:a16="http://schemas.microsoft.com/office/drawing/2014/main" id="{16993CF8-BD86-9A13-1B7D-3B6E5819C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2" y="1974638"/>
            <a:ext cx="5760000" cy="3575172"/>
          </a:xfrm>
          <a:prstGeom prst="rect">
            <a:avLst/>
          </a:prstGeom>
        </p:spPr>
      </p:pic>
      <p:pic>
        <p:nvPicPr>
          <p:cNvPr id="10" name="!!Polar">
            <a:extLst>
              <a:ext uri="{FF2B5EF4-FFF2-40B4-BE49-F238E27FC236}">
                <a16:creationId xmlns:a16="http://schemas.microsoft.com/office/drawing/2014/main" id="{074A09AF-1F59-4086-3073-80C759558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868" y="1623024"/>
            <a:ext cx="5040000" cy="42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65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576E-C6DE-BF32-0406-8102C888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9FFD4-2DC3-69E6-92D1-01912E56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Hardness of Classical Simulation – IQP5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9CCC9C2-3F78-C06E-E531-C901049E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95D763E-AA04-7334-1708-56E809E5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30</a:t>
            </a:fld>
            <a:endParaRPr lang="en-GB" sz="1400" dirty="0"/>
          </a:p>
        </p:txBody>
      </p:sp>
      <p:pic>
        <p:nvPicPr>
          <p:cNvPr id="3" name="!!PathSpace">
            <a:extLst>
              <a:ext uri="{FF2B5EF4-FFF2-40B4-BE49-F238E27FC236}">
                <a16:creationId xmlns:a16="http://schemas.microsoft.com/office/drawing/2014/main" id="{DCC59E32-DECB-CD25-0D46-3358FE5F2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32" y="1970960"/>
            <a:ext cx="5760000" cy="3582528"/>
          </a:xfrm>
          <a:prstGeom prst="rect">
            <a:avLst/>
          </a:prstGeom>
        </p:spPr>
      </p:pic>
      <p:pic>
        <p:nvPicPr>
          <p:cNvPr id="7" name="!!Polar">
            <a:extLst>
              <a:ext uri="{FF2B5EF4-FFF2-40B4-BE49-F238E27FC236}">
                <a16:creationId xmlns:a16="http://schemas.microsoft.com/office/drawing/2014/main" id="{67ED8224-DDC8-56C8-04DD-F4AB664E8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868" y="1538891"/>
            <a:ext cx="5220000" cy="444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6528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5C51-6C9A-4982-A32A-265B53CB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CE38A-185F-936B-51A3-5A78141FB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873159"/>
          </a:xfrm>
        </p:spPr>
        <p:txBody>
          <a:bodyPr/>
          <a:lstStyle/>
          <a:p>
            <a:r>
              <a:rPr lang="en-GB" dirty="0"/>
              <a:t>Hardness of Classical Simulation – RND8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637F784-FEF9-7C50-11C8-79C289B31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PT"/>
              <a:t>From Light Paths to Feynman 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BFC35A76-7B9F-983B-9D3B-B79B2748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31</a:t>
            </a:fld>
            <a:endParaRPr lang="en-GB" sz="1400" dirty="0"/>
          </a:p>
        </p:txBody>
      </p:sp>
      <p:pic>
        <p:nvPicPr>
          <p:cNvPr id="3" name="!!PathSpace">
            <a:extLst>
              <a:ext uri="{FF2B5EF4-FFF2-40B4-BE49-F238E27FC236}">
                <a16:creationId xmlns:a16="http://schemas.microsoft.com/office/drawing/2014/main" id="{AD8E2174-78FE-B9FB-2199-C1C6899D6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57" y="1973621"/>
            <a:ext cx="5760000" cy="3571639"/>
          </a:xfrm>
          <a:prstGeom prst="rect">
            <a:avLst/>
          </a:prstGeom>
        </p:spPr>
      </p:pic>
      <p:pic>
        <p:nvPicPr>
          <p:cNvPr id="9" name="!!Polar">
            <a:extLst>
              <a:ext uri="{FF2B5EF4-FFF2-40B4-BE49-F238E27FC236}">
                <a16:creationId xmlns:a16="http://schemas.microsoft.com/office/drawing/2014/main" id="{1EDDF5ED-3B68-3779-0F1E-71C9E93FF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543" y="1557323"/>
            <a:ext cx="5252400" cy="44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47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D7E2-49B4-497A-9E28-55BD7464A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7A310-D908-E6E8-0E0C-8C6DD5E1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0" y="365125"/>
            <a:ext cx="10277404" cy="1057275"/>
          </a:xfrm>
        </p:spPr>
        <p:txBody>
          <a:bodyPr anchor="ctr">
            <a:normAutofit/>
          </a:bodyPr>
          <a:lstStyle/>
          <a:p>
            <a:r>
              <a:rPr lang="en-GB" dirty="0"/>
              <a:t>Average phase scalability</a:t>
            </a:r>
          </a:p>
        </p:txBody>
      </p:sp>
      <p:pic>
        <p:nvPicPr>
          <p:cNvPr id="3" name="!!PathSpace">
            <a:extLst>
              <a:ext uri="{FF2B5EF4-FFF2-40B4-BE49-F238E27FC236}">
                <a16:creationId xmlns:a16="http://schemas.microsoft.com/office/drawing/2014/main" id="{DBE6D4CB-78DC-6635-9B7C-C85198A7F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55" y="1627139"/>
            <a:ext cx="6873076" cy="4776788"/>
          </a:xfrm>
          <a:prstGeom prst="rect">
            <a:avLst/>
          </a:prstGeom>
          <a:noFill/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D5B34B2-255C-49D2-0BB2-AC8CC59A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32" y="6368344"/>
            <a:ext cx="324246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PT"/>
              <a:t>From Light Paths to Feynman Paths</a:t>
            </a:r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8C69FC24-898B-528E-8FA8-08AF2F10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7244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BE83D77-72D8-6C4C-84A5-01A3F8C18DB9}" type="slidenum">
              <a:rPr lang="en-GB" smtClean="0"/>
              <a:pPr>
                <a:spcAft>
                  <a:spcPts val="600"/>
                </a:spcAft>
              </a:pPr>
              <a:t>32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9F3021F-C700-89CA-1206-5C89DC8C76B0}"/>
                  </a:ext>
                </a:extLst>
              </p:cNvPr>
              <p:cNvSpPr txBox="1"/>
              <p:nvPr/>
            </p:nvSpPr>
            <p:spPr>
              <a:xfrm>
                <a:off x="7285402" y="1940157"/>
                <a:ext cx="4455042" cy="4197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The numerical sign problem grows with circuit size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</m:ctrlPr>
                      </m:sSub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𝑉𝐴𝑅</m:t>
                        </m:r>
                      </m:e>
                      <m:sub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ADLaM Display" panose="02010000000000000000" pitchFamily="2" charset="77"/>
                            <a:cs typeface="ADLaM Display" panose="02010000000000000000" pitchFamily="2" charset="77"/>
                          </a:rPr>
                          <m:t>𝑀𝐶</m:t>
                        </m:r>
                      </m:sub>
                    </m:sSub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≈</m:t>
                    </m:r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𝒪</m:t>
                    </m:r>
                    <m:d>
                      <m:dPr>
                        <m:ctrlP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fPr>
                          <m:num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1</m:t>
                            </m:r>
                          </m:num>
                          <m:den>
                            <m:r>
                              <a:rPr lang="pt-PT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𝑁</m:t>
                            </m:r>
                            <m:sSup>
                              <m:sSupPr>
                                <m:ctrlP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</m:ctrlPr>
                              </m:sSupPr>
                              <m:e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𝜒</m:t>
                                </m:r>
                              </m:e>
                              <m:sup>
                                <m:r>
                                  <a:rPr lang="pt-PT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for constant variance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𝑁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≈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𝒪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</m:ctrlPr>
                          </m:fPr>
                          <m:num>
                            <m:r>
                              <a:rPr lang="pt-PT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DLaM Display" panose="02010000000000000000" pitchFamily="2" charset="77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</m:ctrlPr>
                              </m:sSupPr>
                              <m:e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𝜒</m:t>
                                </m:r>
                              </m:e>
                              <m:sup>
                                <m:r>
                                  <a:rPr lang="pt-PT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DLaM Display" panose="02010000000000000000" pitchFamily="2" charset="77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Easy circuits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𝜒</m:t>
                    </m:r>
                    <m:r>
                      <a:rPr lang="pt-PT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≈</m:t>
                    </m:r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1</m:t>
                    </m:r>
                  </m:oMath>
                </a14:m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Stabilizer circuits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𝜒</m:t>
                    </m:r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=</m:t>
                    </m:r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1</m:t>
                    </m:r>
                  </m:oMath>
                </a14:m>
                <a:endParaRPr lang="en-GB" sz="2000" dirty="0">
                  <a:latin typeface="ADLaM Display" panose="02010000000000000000" pitchFamily="2" charset="77"/>
                  <a:ea typeface="ADLaM Display" panose="02010000000000000000" pitchFamily="2" charset="77"/>
                  <a:cs typeface="ADLaM Display" panose="02010000000000000000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𝜒</m:t>
                    </m:r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≈</m:t>
                    </m:r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𝒪</m:t>
                    </m:r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(</m:t>
                    </m:r>
                    <m:sSup>
                      <m:sSupPr>
                        <m:ctrlP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2</m:t>
                        </m:r>
                      </m:e>
                      <m:sup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−</m:t>
                        </m:r>
                        <m:r>
                          <a:rPr lang="pt-PT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DLaM Display" panose="02010000000000000000" pitchFamily="2" charset="77"/>
                          </a:rPr>
                          <m:t>𝑡</m:t>
                        </m:r>
                      </m:sup>
                    </m:sSup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)</m:t>
                    </m:r>
                  </m:oMath>
                </a14:m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, </a:t>
                </a:r>
                <a14:m>
                  <m:oMath xmlns:m="http://schemas.openxmlformats.org/officeDocument/2006/math">
                    <m:r>
                      <a:rPr lang="pt-PT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𝑡</m:t>
                    </m:r>
                    <m:r>
                      <a:rPr lang="pt-PT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DLaM Display" panose="02010000000000000000" pitchFamily="2" charset="77"/>
                      </a:rPr>
                      <m:t>=</m:t>
                    </m:r>
                  </m:oMath>
                </a14:m>
                <a:r>
                  <a:rPr lang="en-GB" sz="2000" dirty="0">
                    <a:latin typeface="ADLaM Display" panose="02010000000000000000" pitchFamily="2" charset="77"/>
                    <a:ea typeface="ADLaM Display" panose="02010000000000000000" pitchFamily="2" charset="77"/>
                    <a:cs typeface="ADLaM Display" panose="02010000000000000000" pitchFamily="2" charset="77"/>
                  </a:rPr>
                  <a:t> #T gates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09F3021F-C700-89CA-1206-5C89DC8C7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402" y="1940157"/>
                <a:ext cx="4455042" cy="4197816"/>
              </a:xfrm>
              <a:prstGeom prst="rect">
                <a:avLst/>
              </a:prstGeom>
              <a:blipFill>
                <a:blip r:embed="rId4"/>
                <a:stretch>
                  <a:fillRect l="-1136" t="-602" b="-6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435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AD005-4DC4-32A6-537C-F4F87FA5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Future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1AAAF5-298B-59F0-2330-74974DFE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1690688"/>
            <a:ext cx="11266311" cy="4486275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GB" sz="3200" dirty="0"/>
              <a:t>Noisy circuits simulation</a:t>
            </a:r>
          </a:p>
          <a:p>
            <a:pPr>
              <a:lnSpc>
                <a:spcPct val="130000"/>
              </a:lnSpc>
            </a:pPr>
            <a:r>
              <a:rPr lang="en-GB" sz="3200" dirty="0"/>
              <a:t>Pauli paths Monte Carlo</a:t>
            </a:r>
          </a:p>
          <a:p>
            <a:pPr>
              <a:lnSpc>
                <a:spcPct val="130000"/>
              </a:lnSpc>
            </a:pPr>
            <a:r>
              <a:rPr lang="en-GB" sz="3200" dirty="0"/>
              <a:t>Hybrid Schrödinger + Path Integration Monte Carlo</a:t>
            </a:r>
          </a:p>
          <a:p>
            <a:pPr>
              <a:lnSpc>
                <a:spcPct val="130000"/>
              </a:lnSpc>
            </a:pPr>
            <a:r>
              <a:rPr lang="en-GB" sz="3200" dirty="0"/>
              <a:t>Metropolis Monte Carlo</a:t>
            </a:r>
          </a:p>
          <a:p>
            <a:pPr>
              <a:lnSpc>
                <a:spcPct val="130000"/>
              </a:lnSpc>
            </a:pPr>
            <a:r>
              <a:rPr lang="en-GB" sz="3200" dirty="0"/>
              <a:t>Numerical sign problem mitigation </a:t>
            </a:r>
          </a:p>
          <a:p>
            <a:pPr>
              <a:lnSpc>
                <a:spcPct val="130000"/>
              </a:lnSpc>
            </a:pPr>
            <a:r>
              <a:rPr lang="en-GB" sz="3200" dirty="0"/>
              <a:t>Learning the estimator</a:t>
            </a:r>
          </a:p>
          <a:p>
            <a:pPr>
              <a:lnSpc>
                <a:spcPct val="130000"/>
              </a:lnSpc>
            </a:pPr>
            <a:endParaRPr lang="en-GB" sz="3200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610B231-AB21-6F5B-B797-2125F2EA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132" y="6368344"/>
            <a:ext cx="3345699" cy="365125"/>
          </a:xfrm>
        </p:spPr>
        <p:txBody>
          <a:bodyPr/>
          <a:lstStyle/>
          <a:p>
            <a:r>
              <a:rPr lang="pt-PT" dirty="0" err="1"/>
              <a:t>From</a:t>
            </a:r>
            <a:r>
              <a:rPr lang="pt-PT" dirty="0"/>
              <a:t> Light </a:t>
            </a:r>
            <a:r>
              <a:rPr lang="pt-PT" dirty="0" err="1"/>
              <a:t>Paths</a:t>
            </a:r>
            <a:r>
              <a:rPr lang="pt-PT" dirty="0"/>
              <a:t> to </a:t>
            </a:r>
            <a:r>
              <a:rPr lang="pt-PT" dirty="0" err="1"/>
              <a:t>Feynman</a:t>
            </a:r>
            <a:r>
              <a:rPr lang="pt-PT" dirty="0"/>
              <a:t> </a:t>
            </a:r>
            <a:r>
              <a:rPr lang="pt-PT" dirty="0" err="1"/>
              <a:t>Paths</a:t>
            </a:r>
            <a:endParaRPr lang="en-GB" sz="1400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7D8C7322-01C4-9802-612B-B59A2D1F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83D77-72D8-6C4C-84A5-01A3F8C18DB9}" type="slidenum">
              <a:rPr lang="en-GB" smtClean="0"/>
              <a:pPr/>
              <a:t>33</a:t>
            </a:fld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9532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FA23-5047-48C4-98EA-77920AA2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m espaço, fogo de artifício, captura de ecrã&#10;&#10;Os conteúdos gerados por IA podem estar incorretos.">
            <a:extLst>
              <a:ext uri="{FF2B5EF4-FFF2-40B4-BE49-F238E27FC236}">
                <a16:creationId xmlns:a16="http://schemas.microsoft.com/office/drawing/2014/main" id="{3A308F50-8FD8-6056-F65C-45DC7507C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66" y="-2"/>
            <a:ext cx="12195465" cy="685800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E965FEE9-B08B-F1F3-70CF-4748F49F2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347" y="6219509"/>
            <a:ext cx="4557848" cy="489100"/>
          </a:xfrm>
          <a:noFill/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March, 2026</a:t>
            </a:r>
          </a:p>
          <a:p>
            <a:endParaRPr lang="en-GB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1026" name="Picture 2" descr="INESC TEC">
            <a:extLst>
              <a:ext uri="{FF2B5EF4-FFF2-40B4-BE49-F238E27FC236}">
                <a16:creationId xmlns:a16="http://schemas.microsoft.com/office/drawing/2014/main" id="{0F3B1754-BDA2-A97C-7459-56B85F0CA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122" y="386897"/>
            <a:ext cx="3258980" cy="90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versidade do Minho">
            <a:extLst>
              <a:ext uri="{FF2B5EF4-FFF2-40B4-BE49-F238E27FC236}">
                <a16:creationId xmlns:a16="http://schemas.microsoft.com/office/drawing/2014/main" id="{BFD0636A-6FAC-0261-12F3-614399ECA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98" y="386897"/>
            <a:ext cx="1835254" cy="141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CF233EEF-9236-93A8-BC85-6DD728A55382}"/>
              </a:ext>
            </a:extLst>
          </p:cNvPr>
          <p:cNvSpPr txBox="1">
            <a:spLocks/>
          </p:cNvSpPr>
          <p:nvPr/>
        </p:nvSpPr>
        <p:spPr>
          <a:xfrm>
            <a:off x="7214886" y="6219509"/>
            <a:ext cx="4777767" cy="46783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800" b="1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Habilitation</a:t>
            </a:r>
            <a:r>
              <a:rPr lang="en-GB" sz="2800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in Informatics</a:t>
            </a:r>
          </a:p>
          <a:p>
            <a:endParaRPr lang="en-GB" sz="28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DEB0DC3C-3A78-56CE-5D63-3E3A13E9B4CD}"/>
              </a:ext>
            </a:extLst>
          </p:cNvPr>
          <p:cNvSpPr txBox="1">
            <a:spLocks/>
          </p:cNvSpPr>
          <p:nvPr/>
        </p:nvSpPr>
        <p:spPr>
          <a:xfrm>
            <a:off x="403898" y="2193866"/>
            <a:ext cx="8834074" cy="667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4000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From Light Paths to Feynman Paths</a:t>
            </a:r>
          </a:p>
          <a:p>
            <a:endParaRPr lang="en-GB" sz="4000" b="1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9B58F91-1CF0-C128-605B-284761C2EB5D}"/>
              </a:ext>
            </a:extLst>
          </p:cNvPr>
          <p:cNvSpPr txBox="1"/>
          <p:nvPr/>
        </p:nvSpPr>
        <p:spPr>
          <a:xfrm>
            <a:off x="1478060" y="4090174"/>
            <a:ext cx="923241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PT" sz="28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Caminante</a:t>
            </a:r>
            <a:r>
              <a:rPr lang="pt-PT" sz="28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 no </a:t>
            </a:r>
            <a:r>
              <a:rPr lang="pt-PT" sz="28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hay</a:t>
            </a:r>
            <a:r>
              <a:rPr lang="pt-PT" sz="28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8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camino</a:t>
            </a:r>
            <a:r>
              <a:rPr lang="pt-PT" sz="28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 se </a:t>
            </a:r>
            <a:r>
              <a:rPr lang="pt-PT" sz="28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hace</a:t>
            </a:r>
            <a:r>
              <a:rPr lang="pt-PT" sz="28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8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camino</a:t>
            </a:r>
            <a:r>
              <a:rPr lang="pt-PT" sz="28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al andar</a:t>
            </a:r>
          </a:p>
          <a:p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(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Seeker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,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there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is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no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;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the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path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is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traced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as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you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walk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 sz="2400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it</a:t>
            </a:r>
            <a:r>
              <a:rPr lang="pt-PT" sz="2400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.</a:t>
            </a:r>
            <a:r>
              <a:rPr lang="pt-PT" sz="2400" b="1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)</a:t>
            </a:r>
            <a:endParaRPr lang="pt-PT" sz="2400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endParaRPr lang="pt-PT" sz="2400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  <a:p>
            <a:pPr algn="r"/>
            <a:r>
              <a:rPr lang="pt-PT" dirty="0" err="1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Antonio</a:t>
            </a:r>
            <a:r>
              <a:rPr lang="pt-PT" dirty="0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pt-PT">
                <a:solidFill>
                  <a:schemeClr val="bg1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Machado Ruiz, 1912</a:t>
            </a:r>
            <a:endParaRPr lang="pt-PT" dirty="0">
              <a:solidFill>
                <a:schemeClr val="bg1"/>
              </a:solidFill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656090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3691</TotalTime>
  <Words>1567</Words>
  <Application>Microsoft Macintosh PowerPoint</Application>
  <PresentationFormat>Ecrã Panorâmico</PresentationFormat>
  <Paragraphs>611</Paragraphs>
  <Slides>34</Slides>
  <Notes>16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34</vt:i4>
      </vt:variant>
    </vt:vector>
  </HeadingPairs>
  <TitlesOfParts>
    <vt:vector size="40" baseType="lpstr">
      <vt:lpstr>ADLaM Display</vt:lpstr>
      <vt:lpstr>Aptos</vt:lpstr>
      <vt:lpstr>Aptos Display</vt:lpstr>
      <vt:lpstr>Arial</vt:lpstr>
      <vt:lpstr>Cambria Math</vt:lpstr>
      <vt:lpstr>Tema do Office</vt:lpstr>
      <vt:lpstr>Apresentação do PowerPoint</vt:lpstr>
      <vt:lpstr>Through the years</vt:lpstr>
      <vt:lpstr>Lesson object</vt:lpstr>
      <vt:lpstr>Global Illumination</vt:lpstr>
      <vt:lpstr>Monte  Carlo</vt:lpstr>
      <vt:lpstr>Classical Simulation of Quantum Circuits</vt:lpstr>
      <vt:lpstr>Classical Simulation of Quantum Circuits</vt:lpstr>
      <vt:lpstr>Classical Simulation of Quantum Circuits</vt:lpstr>
      <vt:lpstr>Classical Simulation of Quantum Circuits</vt:lpstr>
      <vt:lpstr>Path Integral Monte Carlo - forward</vt:lpstr>
      <vt:lpstr>Path Integral Monte Carlo - forward</vt:lpstr>
      <vt:lpstr>Path Integral Monte Carlo - forward</vt:lpstr>
      <vt:lpstr>Path Integral Monte Carlo - forward</vt:lpstr>
      <vt:lpstr>Path Integral Monte Carlo - bidirectional</vt:lpstr>
      <vt:lpstr>Path Integral Monte Carlo - bidirectional</vt:lpstr>
      <vt:lpstr>Path Integral Monte Carlo - bidirectional</vt:lpstr>
      <vt:lpstr>Path Integral Monte Carlo – Multiple Importance Sampling</vt:lpstr>
      <vt:lpstr>Path Integral Monte Carlo – Multiple Importance Sampling</vt:lpstr>
      <vt:lpstr>Path Integral Monte Carlo – BD Multiple Importance Sampling</vt:lpstr>
      <vt:lpstr>Experimental Results</vt:lpstr>
      <vt:lpstr>Experimental Results</vt:lpstr>
      <vt:lpstr>Variance: number of samples (N)</vt:lpstr>
      <vt:lpstr>Variance: execution time</vt:lpstr>
      <vt:lpstr>Efficiency: number of samples</vt:lpstr>
      <vt:lpstr>Large Hidden Shift Circuits</vt:lpstr>
      <vt:lpstr>Path Space Sparseness</vt:lpstr>
      <vt:lpstr>Path Space Sparseness – FWD versus BD</vt:lpstr>
      <vt:lpstr>Hardness of Classical Simulation</vt:lpstr>
      <vt:lpstr>Hardness of Classical Simulation – SU5</vt:lpstr>
      <vt:lpstr>Hardness of Classical Simulation – IQP5</vt:lpstr>
      <vt:lpstr>Hardness of Classical Simulation – RND8</vt:lpstr>
      <vt:lpstr>Average phase scalability</vt:lpstr>
      <vt:lpstr>The Future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Paulo Peixoto Santos</dc:creator>
  <cp:lastModifiedBy>Luís Paulo Peixoto Santos</cp:lastModifiedBy>
  <cp:revision>3</cp:revision>
  <dcterms:created xsi:type="dcterms:W3CDTF">2026-01-12T12:15:54Z</dcterms:created>
  <dcterms:modified xsi:type="dcterms:W3CDTF">2026-03-14T18:32:50Z</dcterms:modified>
</cp:coreProperties>
</file>